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Lst>
  <p:sldIdLst>
    <p:sldId id="256" r:id="rId3"/>
    <p:sldId id="257" r:id="rId4"/>
    <p:sldId id="258" r:id="rId5"/>
    <p:sldId id="270" r:id="rId6"/>
    <p:sldId id="260" r:id="rId7"/>
    <p:sldId id="261" r:id="rId8"/>
    <p:sldId id="262" r:id="rId9"/>
    <p:sldId id="263" r:id="rId10"/>
    <p:sldId id="264" r:id="rId11"/>
    <p:sldId id="265" r:id="rId12"/>
    <p:sldId id="266" r:id="rId13"/>
    <p:sldId id="267" r:id="rId14"/>
  </p:sldIdLst>
  <p:sldSz cx="12192000" cy="6858000"/>
  <p:notesSz cx="6858000" cy="9144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A8EBA4-FC6B-4EA4-9778-C4DF5C27562E}">
  <a:tblStyle styleId="{A5A8EBA4-FC6B-4EA4-9778-C4DF5C27562E}"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199" autoAdjust="0"/>
    <p:restoredTop sz="94660"/>
  </p:normalViewPr>
  <p:slideViewPr>
    <p:cSldViewPr snapToGrid="0">
      <p:cViewPr varScale="1">
        <p:scale>
          <a:sx n="65" d="100"/>
          <a:sy n="65" d="100"/>
        </p:scale>
        <p:origin x="14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2323330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1518621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1231073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3431594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2706107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411808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3711975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4268218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1748944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453195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E18F9AD-0D1A-4FBC-A3A3-17AE415BDA20}"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04102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4144726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E18F9AD-0D1A-4FBC-A3A3-17AE415BDA20}"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578862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34015494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33696878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410F63-6AE7-431F-82DA-5F886B51D57C}" type="datetimeFigureOut">
              <a:rPr lang="en-IN" smtClean="0"/>
              <a:t>12-04-2024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E18F9AD-0D1A-4FBC-A3A3-17AE415BDA20}" type="slidenum">
              <a:rPr lang="en-IN" smtClean="0"/>
              <a:t>‹#›</a:t>
            </a:fld>
            <a:endParaRPr lang="en-IN" dirty="0"/>
          </a:p>
        </p:txBody>
      </p:sp>
    </p:spTree>
    <p:extLst>
      <p:ext uri="{BB962C8B-B14F-4D97-AF65-F5344CB8AC3E}">
        <p14:creationId xmlns:p14="http://schemas.microsoft.com/office/powerpoint/2010/main" val="15252435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2F62C-5FF9-450E-8554-6FDB114229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008A78-53FC-4CE8-AB02-42F7F038E8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1483B9-B047-40C9-A932-06C56DD5B8C0}"/>
              </a:ext>
            </a:extLst>
          </p:cNvPr>
          <p:cNvSpPr>
            <a:spLocks noGrp="1"/>
          </p:cNvSpPr>
          <p:nvPr>
            <p:ph type="dt" sz="half" idx="10"/>
          </p:nvPr>
        </p:nvSpPr>
        <p:spPr/>
        <p:txBody>
          <a:bodyPr/>
          <a:lstStyle/>
          <a:p>
            <a:fld id="{3E7E4562-9D50-4173-B99D-375578AF9C24}" type="datetimeFigureOut">
              <a:rPr lang="en-IN" smtClean="0"/>
              <a:t>12-04-2024</a:t>
            </a:fld>
            <a:endParaRPr lang="en-IN"/>
          </a:p>
        </p:txBody>
      </p:sp>
      <p:sp>
        <p:nvSpPr>
          <p:cNvPr id="5" name="Footer Placeholder 4">
            <a:extLst>
              <a:ext uri="{FF2B5EF4-FFF2-40B4-BE49-F238E27FC236}">
                <a16:creationId xmlns:a16="http://schemas.microsoft.com/office/drawing/2014/main" id="{BEF6FCFD-EC2D-41DF-B780-01BB8EDE2B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05E0CC-1D7B-4EA4-AFD7-CFBCD67608C1}"/>
              </a:ext>
            </a:extLst>
          </p:cNvPr>
          <p:cNvSpPr>
            <a:spLocks noGrp="1"/>
          </p:cNvSpPr>
          <p:nvPr>
            <p:ph type="sldNum" sz="quarter" idx="12"/>
          </p:nvPr>
        </p:nvSpPr>
        <p:spPr/>
        <p:txBody>
          <a:bodyPr/>
          <a:lstStyle/>
          <a:p>
            <a:fld id="{81B226AD-1963-4166-8893-CBF88FF19125}" type="slidenum">
              <a:rPr lang="en-IN" smtClean="0"/>
              <a:t>‹#›</a:t>
            </a:fld>
            <a:endParaRPr lang="en-IN"/>
          </a:p>
        </p:txBody>
      </p:sp>
    </p:spTree>
    <p:extLst>
      <p:ext uri="{BB962C8B-B14F-4D97-AF65-F5344CB8AC3E}">
        <p14:creationId xmlns:p14="http://schemas.microsoft.com/office/powerpoint/2010/main" val="36950804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22C7D-222A-4FD9-808D-939ACA7AB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1DAE06-AA9E-4420-AAC3-CA7B1AD704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58C863-C025-4503-A01B-C2D42D61AAB0}"/>
              </a:ext>
            </a:extLst>
          </p:cNvPr>
          <p:cNvSpPr>
            <a:spLocks noGrp="1"/>
          </p:cNvSpPr>
          <p:nvPr>
            <p:ph type="dt" sz="half" idx="10"/>
          </p:nvPr>
        </p:nvSpPr>
        <p:spPr/>
        <p:txBody>
          <a:bodyPr/>
          <a:lstStyle/>
          <a:p>
            <a:fld id="{3E7E4562-9D50-4173-B99D-375578AF9C24}" type="datetimeFigureOut">
              <a:rPr lang="en-IN" smtClean="0"/>
              <a:t>12-04-2024</a:t>
            </a:fld>
            <a:endParaRPr lang="en-IN"/>
          </a:p>
        </p:txBody>
      </p:sp>
      <p:sp>
        <p:nvSpPr>
          <p:cNvPr id="5" name="Footer Placeholder 4">
            <a:extLst>
              <a:ext uri="{FF2B5EF4-FFF2-40B4-BE49-F238E27FC236}">
                <a16:creationId xmlns:a16="http://schemas.microsoft.com/office/drawing/2014/main" id="{C19EA3E3-8653-4BD3-8728-CC8BA08ECE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26E8E2-6E1E-4BD0-AAB5-F1701802F25B}"/>
              </a:ext>
            </a:extLst>
          </p:cNvPr>
          <p:cNvSpPr>
            <a:spLocks noGrp="1"/>
          </p:cNvSpPr>
          <p:nvPr>
            <p:ph type="sldNum" sz="quarter" idx="12"/>
          </p:nvPr>
        </p:nvSpPr>
        <p:spPr/>
        <p:txBody>
          <a:bodyPr/>
          <a:lstStyle/>
          <a:p>
            <a:fld id="{81B226AD-1963-4166-8893-CBF88FF19125}" type="slidenum">
              <a:rPr lang="en-IN" smtClean="0"/>
              <a:t>‹#›</a:t>
            </a:fld>
            <a:endParaRPr lang="en-IN"/>
          </a:p>
        </p:txBody>
      </p:sp>
    </p:spTree>
    <p:extLst>
      <p:ext uri="{BB962C8B-B14F-4D97-AF65-F5344CB8AC3E}">
        <p14:creationId xmlns:p14="http://schemas.microsoft.com/office/powerpoint/2010/main" val="26065845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02182-03CD-4454-BC87-443348FF35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30919F-7C2D-4230-845F-B6B1EBC07B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C11A16-E3C4-4ED2-A38E-740F4D930420}"/>
              </a:ext>
            </a:extLst>
          </p:cNvPr>
          <p:cNvSpPr>
            <a:spLocks noGrp="1"/>
          </p:cNvSpPr>
          <p:nvPr>
            <p:ph type="dt" sz="half" idx="10"/>
          </p:nvPr>
        </p:nvSpPr>
        <p:spPr/>
        <p:txBody>
          <a:bodyPr/>
          <a:lstStyle/>
          <a:p>
            <a:fld id="{3E7E4562-9D50-4173-B99D-375578AF9C24}" type="datetimeFigureOut">
              <a:rPr lang="en-IN" smtClean="0"/>
              <a:t>12-04-2024</a:t>
            </a:fld>
            <a:endParaRPr lang="en-IN"/>
          </a:p>
        </p:txBody>
      </p:sp>
      <p:sp>
        <p:nvSpPr>
          <p:cNvPr id="5" name="Footer Placeholder 4">
            <a:extLst>
              <a:ext uri="{FF2B5EF4-FFF2-40B4-BE49-F238E27FC236}">
                <a16:creationId xmlns:a16="http://schemas.microsoft.com/office/drawing/2014/main" id="{2E44F29E-F283-43C8-9F23-C2A281EF55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117995-8365-4674-8824-2731F7C53EC9}"/>
              </a:ext>
            </a:extLst>
          </p:cNvPr>
          <p:cNvSpPr>
            <a:spLocks noGrp="1"/>
          </p:cNvSpPr>
          <p:nvPr>
            <p:ph type="sldNum" sz="quarter" idx="12"/>
          </p:nvPr>
        </p:nvSpPr>
        <p:spPr/>
        <p:txBody>
          <a:bodyPr/>
          <a:lstStyle/>
          <a:p>
            <a:fld id="{81B226AD-1963-4166-8893-CBF88FF19125}" type="slidenum">
              <a:rPr lang="en-IN" smtClean="0"/>
              <a:t>‹#›</a:t>
            </a:fld>
            <a:endParaRPr lang="en-IN"/>
          </a:p>
        </p:txBody>
      </p:sp>
    </p:spTree>
    <p:extLst>
      <p:ext uri="{BB962C8B-B14F-4D97-AF65-F5344CB8AC3E}">
        <p14:creationId xmlns:p14="http://schemas.microsoft.com/office/powerpoint/2010/main" val="29035861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ADFD1-3B57-4891-95AD-C297607A81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577229-E35F-4E4B-AB3C-C81F130F77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F2DB970-ADD5-4660-AE56-76685EF75D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402E5D-3D33-4B24-A1AC-10DD101033A8}"/>
              </a:ext>
            </a:extLst>
          </p:cNvPr>
          <p:cNvSpPr>
            <a:spLocks noGrp="1"/>
          </p:cNvSpPr>
          <p:nvPr>
            <p:ph type="dt" sz="half" idx="10"/>
          </p:nvPr>
        </p:nvSpPr>
        <p:spPr/>
        <p:txBody>
          <a:bodyPr/>
          <a:lstStyle/>
          <a:p>
            <a:fld id="{3E7E4562-9D50-4173-B99D-375578AF9C24}" type="datetimeFigureOut">
              <a:rPr lang="en-IN" smtClean="0"/>
              <a:t>12-04-2024</a:t>
            </a:fld>
            <a:endParaRPr lang="en-IN"/>
          </a:p>
        </p:txBody>
      </p:sp>
      <p:sp>
        <p:nvSpPr>
          <p:cNvPr id="6" name="Footer Placeholder 5">
            <a:extLst>
              <a:ext uri="{FF2B5EF4-FFF2-40B4-BE49-F238E27FC236}">
                <a16:creationId xmlns:a16="http://schemas.microsoft.com/office/drawing/2014/main" id="{7A819410-FEF5-4165-9252-155512DE1C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A374EA-19F0-4438-9AF7-7842E5E5B4D4}"/>
              </a:ext>
            </a:extLst>
          </p:cNvPr>
          <p:cNvSpPr>
            <a:spLocks noGrp="1"/>
          </p:cNvSpPr>
          <p:nvPr>
            <p:ph type="sldNum" sz="quarter" idx="12"/>
          </p:nvPr>
        </p:nvSpPr>
        <p:spPr/>
        <p:txBody>
          <a:bodyPr/>
          <a:lstStyle/>
          <a:p>
            <a:fld id="{81B226AD-1963-4166-8893-CBF88FF19125}" type="slidenum">
              <a:rPr lang="en-IN" smtClean="0"/>
              <a:t>‹#›</a:t>
            </a:fld>
            <a:endParaRPr lang="en-IN"/>
          </a:p>
        </p:txBody>
      </p:sp>
    </p:spTree>
    <p:extLst>
      <p:ext uri="{BB962C8B-B14F-4D97-AF65-F5344CB8AC3E}">
        <p14:creationId xmlns:p14="http://schemas.microsoft.com/office/powerpoint/2010/main" val="20471692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0D373-3640-402F-9179-213BACBDC7A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AE04FA-38AD-4D4D-AD8E-628EA2F6D6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428D0A-AEDB-4003-BC25-CA3434FC16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7BE9C3D-013F-440C-A46D-128E44865A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6A1143-8147-4947-9864-6C185B3F03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9BCA253-9982-4455-990B-828B50090E33}"/>
              </a:ext>
            </a:extLst>
          </p:cNvPr>
          <p:cNvSpPr>
            <a:spLocks noGrp="1"/>
          </p:cNvSpPr>
          <p:nvPr>
            <p:ph type="dt" sz="half" idx="10"/>
          </p:nvPr>
        </p:nvSpPr>
        <p:spPr/>
        <p:txBody>
          <a:bodyPr/>
          <a:lstStyle/>
          <a:p>
            <a:fld id="{3E7E4562-9D50-4173-B99D-375578AF9C24}" type="datetimeFigureOut">
              <a:rPr lang="en-IN" smtClean="0"/>
              <a:t>12-04-2024</a:t>
            </a:fld>
            <a:endParaRPr lang="en-IN"/>
          </a:p>
        </p:txBody>
      </p:sp>
      <p:sp>
        <p:nvSpPr>
          <p:cNvPr id="8" name="Footer Placeholder 7">
            <a:extLst>
              <a:ext uri="{FF2B5EF4-FFF2-40B4-BE49-F238E27FC236}">
                <a16:creationId xmlns:a16="http://schemas.microsoft.com/office/drawing/2014/main" id="{00E2BBF8-B8E7-4743-8547-337CD93DE9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5DC4630-7403-4390-AC37-DD6198713E9D}"/>
              </a:ext>
            </a:extLst>
          </p:cNvPr>
          <p:cNvSpPr>
            <a:spLocks noGrp="1"/>
          </p:cNvSpPr>
          <p:nvPr>
            <p:ph type="sldNum" sz="quarter" idx="12"/>
          </p:nvPr>
        </p:nvSpPr>
        <p:spPr/>
        <p:txBody>
          <a:bodyPr/>
          <a:lstStyle/>
          <a:p>
            <a:fld id="{81B226AD-1963-4166-8893-CBF88FF19125}" type="slidenum">
              <a:rPr lang="en-IN" smtClean="0"/>
              <a:t>‹#›</a:t>
            </a:fld>
            <a:endParaRPr lang="en-IN"/>
          </a:p>
        </p:txBody>
      </p:sp>
    </p:spTree>
    <p:extLst>
      <p:ext uri="{BB962C8B-B14F-4D97-AF65-F5344CB8AC3E}">
        <p14:creationId xmlns:p14="http://schemas.microsoft.com/office/powerpoint/2010/main" val="971455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CBB7C-0D5A-4155-A83B-3A7357D189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939BC12-C2DB-41A2-A057-AB41E26BEEE2}"/>
              </a:ext>
            </a:extLst>
          </p:cNvPr>
          <p:cNvSpPr>
            <a:spLocks noGrp="1"/>
          </p:cNvSpPr>
          <p:nvPr>
            <p:ph type="dt" sz="half" idx="10"/>
          </p:nvPr>
        </p:nvSpPr>
        <p:spPr/>
        <p:txBody>
          <a:bodyPr/>
          <a:lstStyle/>
          <a:p>
            <a:fld id="{3E7E4562-9D50-4173-B99D-375578AF9C24}" type="datetimeFigureOut">
              <a:rPr lang="en-IN" smtClean="0"/>
              <a:t>12-04-2024</a:t>
            </a:fld>
            <a:endParaRPr lang="en-IN"/>
          </a:p>
        </p:txBody>
      </p:sp>
      <p:sp>
        <p:nvSpPr>
          <p:cNvPr id="4" name="Footer Placeholder 3">
            <a:extLst>
              <a:ext uri="{FF2B5EF4-FFF2-40B4-BE49-F238E27FC236}">
                <a16:creationId xmlns:a16="http://schemas.microsoft.com/office/drawing/2014/main" id="{4570162D-801A-4788-84F1-589BF076B24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34C9232-14D8-4275-88E3-65F262866500}"/>
              </a:ext>
            </a:extLst>
          </p:cNvPr>
          <p:cNvSpPr>
            <a:spLocks noGrp="1"/>
          </p:cNvSpPr>
          <p:nvPr>
            <p:ph type="sldNum" sz="quarter" idx="12"/>
          </p:nvPr>
        </p:nvSpPr>
        <p:spPr/>
        <p:txBody>
          <a:bodyPr/>
          <a:lstStyle/>
          <a:p>
            <a:fld id="{81B226AD-1963-4166-8893-CBF88FF19125}" type="slidenum">
              <a:rPr lang="en-IN" smtClean="0"/>
              <a:t>‹#›</a:t>
            </a:fld>
            <a:endParaRPr lang="en-IN"/>
          </a:p>
        </p:txBody>
      </p:sp>
    </p:spTree>
    <p:extLst>
      <p:ext uri="{BB962C8B-B14F-4D97-AF65-F5344CB8AC3E}">
        <p14:creationId xmlns:p14="http://schemas.microsoft.com/office/powerpoint/2010/main" val="4076149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643E99-4BCC-4090-8C00-CE90E6ACD5CC}"/>
              </a:ext>
            </a:extLst>
          </p:cNvPr>
          <p:cNvSpPr>
            <a:spLocks noGrp="1"/>
          </p:cNvSpPr>
          <p:nvPr>
            <p:ph type="dt" sz="half" idx="10"/>
          </p:nvPr>
        </p:nvSpPr>
        <p:spPr/>
        <p:txBody>
          <a:bodyPr/>
          <a:lstStyle/>
          <a:p>
            <a:fld id="{3E7E4562-9D50-4173-B99D-375578AF9C24}" type="datetimeFigureOut">
              <a:rPr lang="en-IN" smtClean="0"/>
              <a:t>12-04-2024</a:t>
            </a:fld>
            <a:endParaRPr lang="en-IN"/>
          </a:p>
        </p:txBody>
      </p:sp>
      <p:sp>
        <p:nvSpPr>
          <p:cNvPr id="3" name="Footer Placeholder 2">
            <a:extLst>
              <a:ext uri="{FF2B5EF4-FFF2-40B4-BE49-F238E27FC236}">
                <a16:creationId xmlns:a16="http://schemas.microsoft.com/office/drawing/2014/main" id="{D5775C71-C1FE-48F9-A7F2-369EEA18DF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565A63-8886-470D-A1BF-7D3C2C86A4EB}"/>
              </a:ext>
            </a:extLst>
          </p:cNvPr>
          <p:cNvSpPr>
            <a:spLocks noGrp="1"/>
          </p:cNvSpPr>
          <p:nvPr>
            <p:ph type="sldNum" sz="quarter" idx="12"/>
          </p:nvPr>
        </p:nvSpPr>
        <p:spPr/>
        <p:txBody>
          <a:bodyPr/>
          <a:lstStyle/>
          <a:p>
            <a:fld id="{81B226AD-1963-4166-8893-CBF88FF19125}" type="slidenum">
              <a:rPr lang="en-IN" smtClean="0"/>
              <a:t>‹#›</a:t>
            </a:fld>
            <a:endParaRPr lang="en-IN"/>
          </a:p>
        </p:txBody>
      </p:sp>
    </p:spTree>
    <p:extLst>
      <p:ext uri="{BB962C8B-B14F-4D97-AF65-F5344CB8AC3E}">
        <p14:creationId xmlns:p14="http://schemas.microsoft.com/office/powerpoint/2010/main" val="5195747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1C735-685D-4903-A2A5-033329F8EB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96EF52-811D-434F-8436-F3E3AA9D8B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90B0457-35E1-4FCF-A004-1D0038A4D2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E1BE43-6939-4726-ACC7-E5BF568B1979}"/>
              </a:ext>
            </a:extLst>
          </p:cNvPr>
          <p:cNvSpPr>
            <a:spLocks noGrp="1"/>
          </p:cNvSpPr>
          <p:nvPr>
            <p:ph type="dt" sz="half" idx="10"/>
          </p:nvPr>
        </p:nvSpPr>
        <p:spPr/>
        <p:txBody>
          <a:bodyPr/>
          <a:lstStyle/>
          <a:p>
            <a:fld id="{3E7E4562-9D50-4173-B99D-375578AF9C24}" type="datetimeFigureOut">
              <a:rPr lang="en-IN" smtClean="0"/>
              <a:t>12-04-2024</a:t>
            </a:fld>
            <a:endParaRPr lang="en-IN"/>
          </a:p>
        </p:txBody>
      </p:sp>
      <p:sp>
        <p:nvSpPr>
          <p:cNvPr id="6" name="Footer Placeholder 5">
            <a:extLst>
              <a:ext uri="{FF2B5EF4-FFF2-40B4-BE49-F238E27FC236}">
                <a16:creationId xmlns:a16="http://schemas.microsoft.com/office/drawing/2014/main" id="{CDFE4730-4B68-474F-AC8A-B1C720F289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3544DE-7B85-49AF-B8C6-8E563B26965B}"/>
              </a:ext>
            </a:extLst>
          </p:cNvPr>
          <p:cNvSpPr>
            <a:spLocks noGrp="1"/>
          </p:cNvSpPr>
          <p:nvPr>
            <p:ph type="sldNum" sz="quarter" idx="12"/>
          </p:nvPr>
        </p:nvSpPr>
        <p:spPr/>
        <p:txBody>
          <a:bodyPr/>
          <a:lstStyle/>
          <a:p>
            <a:fld id="{81B226AD-1963-4166-8893-CBF88FF19125}" type="slidenum">
              <a:rPr lang="en-IN" smtClean="0"/>
              <a:t>‹#›</a:t>
            </a:fld>
            <a:endParaRPr lang="en-IN"/>
          </a:p>
        </p:txBody>
      </p:sp>
    </p:spTree>
    <p:extLst>
      <p:ext uri="{BB962C8B-B14F-4D97-AF65-F5344CB8AC3E}">
        <p14:creationId xmlns:p14="http://schemas.microsoft.com/office/powerpoint/2010/main" val="32136827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B0091-622B-40E4-B66F-73DE965735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F2B498E-7989-400A-AA9B-13DBAEDDBE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EC0871A-914A-43EB-83C6-14513B0A55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938C3D-CC8C-4937-8740-F49439C0E1AF}"/>
              </a:ext>
            </a:extLst>
          </p:cNvPr>
          <p:cNvSpPr>
            <a:spLocks noGrp="1"/>
          </p:cNvSpPr>
          <p:nvPr>
            <p:ph type="dt" sz="half" idx="10"/>
          </p:nvPr>
        </p:nvSpPr>
        <p:spPr/>
        <p:txBody>
          <a:bodyPr/>
          <a:lstStyle/>
          <a:p>
            <a:fld id="{3E7E4562-9D50-4173-B99D-375578AF9C24}" type="datetimeFigureOut">
              <a:rPr lang="en-IN" smtClean="0"/>
              <a:t>12-04-2024</a:t>
            </a:fld>
            <a:endParaRPr lang="en-IN"/>
          </a:p>
        </p:txBody>
      </p:sp>
      <p:sp>
        <p:nvSpPr>
          <p:cNvPr id="6" name="Footer Placeholder 5">
            <a:extLst>
              <a:ext uri="{FF2B5EF4-FFF2-40B4-BE49-F238E27FC236}">
                <a16:creationId xmlns:a16="http://schemas.microsoft.com/office/drawing/2014/main" id="{588B2436-145D-4754-90BF-68EA602F87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96C2D-BB3A-4F07-B74D-75ACFACF3E5F}"/>
              </a:ext>
            </a:extLst>
          </p:cNvPr>
          <p:cNvSpPr>
            <a:spLocks noGrp="1"/>
          </p:cNvSpPr>
          <p:nvPr>
            <p:ph type="sldNum" sz="quarter" idx="12"/>
          </p:nvPr>
        </p:nvSpPr>
        <p:spPr/>
        <p:txBody>
          <a:bodyPr/>
          <a:lstStyle/>
          <a:p>
            <a:fld id="{81B226AD-1963-4166-8893-CBF88FF19125}" type="slidenum">
              <a:rPr lang="en-IN" smtClean="0"/>
              <a:t>‹#›</a:t>
            </a:fld>
            <a:endParaRPr lang="en-IN"/>
          </a:p>
        </p:txBody>
      </p:sp>
    </p:spTree>
    <p:extLst>
      <p:ext uri="{BB962C8B-B14F-4D97-AF65-F5344CB8AC3E}">
        <p14:creationId xmlns:p14="http://schemas.microsoft.com/office/powerpoint/2010/main" val="25567661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B2DD6-E8DC-4EC9-AF6C-764D030DEC3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9D44B1-EBFF-43F9-A5E0-A7B27F7E32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E8284-18F2-4DCA-82E5-DC54319372E3}"/>
              </a:ext>
            </a:extLst>
          </p:cNvPr>
          <p:cNvSpPr>
            <a:spLocks noGrp="1"/>
          </p:cNvSpPr>
          <p:nvPr>
            <p:ph type="dt" sz="half" idx="10"/>
          </p:nvPr>
        </p:nvSpPr>
        <p:spPr/>
        <p:txBody>
          <a:bodyPr/>
          <a:lstStyle/>
          <a:p>
            <a:fld id="{3E7E4562-9D50-4173-B99D-375578AF9C24}" type="datetimeFigureOut">
              <a:rPr lang="en-IN" smtClean="0"/>
              <a:t>12-04-2024</a:t>
            </a:fld>
            <a:endParaRPr lang="en-IN"/>
          </a:p>
        </p:txBody>
      </p:sp>
      <p:sp>
        <p:nvSpPr>
          <p:cNvPr id="5" name="Footer Placeholder 4">
            <a:extLst>
              <a:ext uri="{FF2B5EF4-FFF2-40B4-BE49-F238E27FC236}">
                <a16:creationId xmlns:a16="http://schemas.microsoft.com/office/drawing/2014/main" id="{6041CC11-9CB8-4490-8167-27ABE5ADEC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D1AA3F-9D8B-4575-A38B-A7FC2FA69A22}"/>
              </a:ext>
            </a:extLst>
          </p:cNvPr>
          <p:cNvSpPr>
            <a:spLocks noGrp="1"/>
          </p:cNvSpPr>
          <p:nvPr>
            <p:ph type="sldNum" sz="quarter" idx="12"/>
          </p:nvPr>
        </p:nvSpPr>
        <p:spPr/>
        <p:txBody>
          <a:bodyPr/>
          <a:lstStyle/>
          <a:p>
            <a:fld id="{81B226AD-1963-4166-8893-CBF88FF19125}" type="slidenum">
              <a:rPr lang="en-IN" smtClean="0"/>
              <a:t>‹#›</a:t>
            </a:fld>
            <a:endParaRPr lang="en-IN"/>
          </a:p>
        </p:txBody>
      </p:sp>
    </p:spTree>
    <p:extLst>
      <p:ext uri="{BB962C8B-B14F-4D97-AF65-F5344CB8AC3E}">
        <p14:creationId xmlns:p14="http://schemas.microsoft.com/office/powerpoint/2010/main" val="5643126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ABE102-E477-4ECC-AB59-5A2B4F4295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A0D579-34D2-4DB0-A21C-CB2EA57DA8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341FCB-5312-4E83-A88B-EE0E2978D39C}"/>
              </a:ext>
            </a:extLst>
          </p:cNvPr>
          <p:cNvSpPr>
            <a:spLocks noGrp="1"/>
          </p:cNvSpPr>
          <p:nvPr>
            <p:ph type="dt" sz="half" idx="10"/>
          </p:nvPr>
        </p:nvSpPr>
        <p:spPr/>
        <p:txBody>
          <a:bodyPr/>
          <a:lstStyle/>
          <a:p>
            <a:fld id="{3E7E4562-9D50-4173-B99D-375578AF9C24}" type="datetimeFigureOut">
              <a:rPr lang="en-IN" smtClean="0"/>
              <a:t>12-04-2024</a:t>
            </a:fld>
            <a:endParaRPr lang="en-IN"/>
          </a:p>
        </p:txBody>
      </p:sp>
      <p:sp>
        <p:nvSpPr>
          <p:cNvPr id="5" name="Footer Placeholder 4">
            <a:extLst>
              <a:ext uri="{FF2B5EF4-FFF2-40B4-BE49-F238E27FC236}">
                <a16:creationId xmlns:a16="http://schemas.microsoft.com/office/drawing/2014/main" id="{C8D024D8-7317-4A31-B63F-9DFDAEFF03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072C2F-DEB0-4940-954B-BA72436D6A5C}"/>
              </a:ext>
            </a:extLst>
          </p:cNvPr>
          <p:cNvSpPr>
            <a:spLocks noGrp="1"/>
          </p:cNvSpPr>
          <p:nvPr>
            <p:ph type="sldNum" sz="quarter" idx="12"/>
          </p:nvPr>
        </p:nvSpPr>
        <p:spPr/>
        <p:txBody>
          <a:bodyPr/>
          <a:lstStyle/>
          <a:p>
            <a:fld id="{81B226AD-1963-4166-8893-CBF88FF19125}" type="slidenum">
              <a:rPr lang="en-IN" smtClean="0"/>
              <a:t>‹#›</a:t>
            </a:fld>
            <a:endParaRPr lang="en-IN"/>
          </a:p>
        </p:txBody>
      </p:sp>
    </p:spTree>
    <p:extLst>
      <p:ext uri="{BB962C8B-B14F-4D97-AF65-F5344CB8AC3E}">
        <p14:creationId xmlns:p14="http://schemas.microsoft.com/office/powerpoint/2010/main" val="30172859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ullet_Title only">
    <p:spTree>
      <p:nvGrpSpPr>
        <p:cNvPr id="1" name=""/>
        <p:cNvGrpSpPr/>
        <p:nvPr/>
      </p:nvGrpSpPr>
      <p:grpSpPr>
        <a:xfrm>
          <a:off x="0" y="0"/>
          <a:ext cx="0" cy="0"/>
          <a:chOff x="0" y="0"/>
          <a:chExt cx="0" cy="0"/>
        </a:xfrm>
      </p:grpSpPr>
      <p:sp>
        <p:nvSpPr>
          <p:cNvPr id="3" name="Title Placeholder 5"/>
          <p:cNvSpPr>
            <a:spLocks noGrp="1"/>
          </p:cNvSpPr>
          <p:nvPr>
            <p:ph type="title"/>
          </p:nvPr>
        </p:nvSpPr>
        <p:spPr bwMode="auto">
          <a:xfrm>
            <a:off x="583690" y="455086"/>
            <a:ext cx="11127317" cy="9757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2"/>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978465396"/>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3410F63-6AE7-431F-82DA-5F886B51D57C}" type="datetimeFigureOut">
              <a:rPr lang="en-IN" smtClean="0"/>
              <a:t>12-04-2024</a:t>
            </a:fld>
            <a:endParaRPr lang="en-IN"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AE18F9AD-0D1A-4FBC-A3A3-17AE415BDA20}" type="slidenum">
              <a:rPr lang="en-IN" smtClean="0"/>
              <a:t>‹#›</a:t>
            </a:fld>
            <a:endParaRPr lang="en-IN" dirty="0"/>
          </a:p>
        </p:txBody>
      </p:sp>
    </p:spTree>
    <p:extLst>
      <p:ext uri="{BB962C8B-B14F-4D97-AF65-F5344CB8AC3E}">
        <p14:creationId xmlns:p14="http://schemas.microsoft.com/office/powerpoint/2010/main" val="564840186"/>
      </p:ext>
    </p:extLst>
  </p:cSld>
  <p:clrMap bg1="lt1" tx1="dk1" bg2="lt2" tx2="dk2" accent1="accent1" accent2="accent2" accent3="accent3" accent4="accent4" accent5="accent5" accent6="accent6" hlink="hlink" folHlink="folHlink"/>
  <p:sldLayoutIdLst>
    <p:sldLayoutId id="2147484187" r:id="rId1"/>
    <p:sldLayoutId id="2147484188" r:id="rId2"/>
    <p:sldLayoutId id="2147484189" r:id="rId3"/>
    <p:sldLayoutId id="2147484190" r:id="rId4"/>
    <p:sldLayoutId id="2147484191" r:id="rId5"/>
    <p:sldLayoutId id="2147484192" r:id="rId6"/>
    <p:sldLayoutId id="2147484193" r:id="rId7"/>
    <p:sldLayoutId id="2147484194" r:id="rId8"/>
    <p:sldLayoutId id="2147484195" r:id="rId9"/>
    <p:sldLayoutId id="2147484196" r:id="rId10"/>
    <p:sldLayoutId id="2147484197" r:id="rId11"/>
    <p:sldLayoutId id="2147484198" r:id="rId12"/>
    <p:sldLayoutId id="2147484199" r:id="rId13"/>
    <p:sldLayoutId id="2147484200" r:id="rId14"/>
    <p:sldLayoutId id="2147484201" r:id="rId15"/>
    <p:sldLayoutId id="2147484202"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AD2B7E-15A3-42BC-9EBA-8E56CD2D23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27DADE-D1C0-4028-B2F9-88C6E83477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464D92-7274-458C-BF09-49A6057FAA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7E4562-9D50-4173-B99D-375578AF9C24}" type="datetimeFigureOut">
              <a:rPr lang="en-IN" smtClean="0"/>
              <a:t>12-04-2024</a:t>
            </a:fld>
            <a:endParaRPr lang="en-IN"/>
          </a:p>
        </p:txBody>
      </p:sp>
      <p:sp>
        <p:nvSpPr>
          <p:cNvPr id="5" name="Footer Placeholder 4">
            <a:extLst>
              <a:ext uri="{FF2B5EF4-FFF2-40B4-BE49-F238E27FC236}">
                <a16:creationId xmlns:a16="http://schemas.microsoft.com/office/drawing/2014/main" id="{2F54084B-2438-4C06-99C2-20CC0882C6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23132FF-8BC2-417E-A237-E7F8B5C590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226AD-1963-4166-8893-CBF88FF19125}" type="slidenum">
              <a:rPr lang="en-IN" smtClean="0"/>
              <a:t>‹#›</a:t>
            </a:fld>
            <a:endParaRPr lang="en-IN"/>
          </a:p>
        </p:txBody>
      </p:sp>
    </p:spTree>
    <p:extLst>
      <p:ext uri="{BB962C8B-B14F-4D97-AF65-F5344CB8AC3E}">
        <p14:creationId xmlns:p14="http://schemas.microsoft.com/office/powerpoint/2010/main" val="2579123345"/>
      </p:ext>
    </p:extLst>
  </p:cSld>
  <p:clrMap bg1="lt1" tx1="dk1" bg2="lt2" tx2="dk2" accent1="accent1" accent2="accent2" accent3="accent3" accent4="accent4" accent5="accent5" accent6="accent6" hlink="hlink" folHlink="folHlink"/>
  <p:sldLayoutIdLst>
    <p:sldLayoutId id="2147484204" r:id="rId1"/>
    <p:sldLayoutId id="2147484205" r:id="rId2"/>
    <p:sldLayoutId id="2147484206" r:id="rId3"/>
    <p:sldLayoutId id="2147484207" r:id="rId4"/>
    <p:sldLayoutId id="2147484208" r:id="rId5"/>
    <p:sldLayoutId id="2147484209" r:id="rId6"/>
    <p:sldLayoutId id="2147484210" r:id="rId7"/>
    <p:sldLayoutId id="2147484211" r:id="rId8"/>
    <p:sldLayoutId id="2147484212" r:id="rId9"/>
    <p:sldLayoutId id="2147484213" r:id="rId10"/>
    <p:sldLayoutId id="2147484214" r:id="rId11"/>
    <p:sldLayoutId id="214748421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69;p11"/>
          <p:cNvPicPr preferRelativeResize="0"/>
          <p:nvPr/>
        </p:nvPicPr>
        <p:blipFill rotWithShape="1">
          <a:blip r:embed="rId2">
            <a:alphaModFix/>
          </a:blip>
          <a:srcRect/>
          <a:stretch/>
        </p:blipFill>
        <p:spPr>
          <a:xfrm>
            <a:off x="0" y="-35220"/>
            <a:ext cx="12192000" cy="6893219"/>
          </a:xfrm>
          <a:prstGeom prst="rect">
            <a:avLst/>
          </a:prstGeom>
          <a:noFill/>
          <a:ln>
            <a:noFill/>
          </a:ln>
        </p:spPr>
      </p:pic>
      <p:pic>
        <p:nvPicPr>
          <p:cNvPr id="1026" name="Picture 2" descr="best colleges in pune for engineer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8812" y="323775"/>
            <a:ext cx="4000882" cy="148793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119499" y="2201747"/>
            <a:ext cx="9135454" cy="800219"/>
          </a:xfrm>
          <a:prstGeom prst="rect">
            <a:avLst/>
          </a:prstGeom>
        </p:spPr>
        <p:txBody>
          <a:bodyPr wrap="square">
            <a:spAutoFit/>
          </a:bodyPr>
          <a:lstStyle/>
          <a:p>
            <a:pPr algn="ctr"/>
            <a:r>
              <a:rPr lang="en-IN" b="1" dirty="0" smtClean="0">
                <a:latin typeface="Cambria" panose="02040503050406030204" pitchFamily="18" charset="0"/>
                <a:ea typeface="Cambria" panose="02040503050406030204" pitchFamily="18" charset="0"/>
              </a:rPr>
              <a:t>Presentation </a:t>
            </a:r>
            <a:r>
              <a:rPr lang="en-IN" b="1" dirty="0">
                <a:latin typeface="Cambria" panose="02040503050406030204" pitchFamily="18" charset="0"/>
                <a:ea typeface="Cambria" panose="02040503050406030204" pitchFamily="18" charset="0"/>
              </a:rPr>
              <a:t>On</a:t>
            </a:r>
          </a:p>
          <a:p>
            <a:pPr algn="ctr"/>
            <a:r>
              <a:rPr lang="en-US" sz="2800" b="1" dirty="0" smtClean="0">
                <a:latin typeface="Cambria" panose="02040503050406030204" pitchFamily="18" charset="0"/>
                <a:ea typeface="Cambria" panose="02040503050406030204" pitchFamily="18" charset="0"/>
              </a:rPr>
              <a:t>    Accidental Emergency </a:t>
            </a:r>
            <a:r>
              <a:rPr lang="en-US" sz="2800" b="1" dirty="0" smtClean="0">
                <a:latin typeface="Cambria" panose="02040503050406030204" pitchFamily="18" charset="0"/>
                <a:ea typeface="Cambria" panose="02040503050406030204" pitchFamily="18" charset="0"/>
              </a:rPr>
              <a:t>System</a:t>
            </a:r>
            <a:endParaRPr lang="en-IN" sz="2800" b="1" dirty="0">
              <a:latin typeface="Cambria" panose="02040503050406030204" pitchFamily="18" charset="0"/>
              <a:ea typeface="Cambria" panose="02040503050406030204" pitchFamily="18" charset="0"/>
            </a:endParaRPr>
          </a:p>
        </p:txBody>
      </p:sp>
      <p:sp>
        <p:nvSpPr>
          <p:cNvPr id="7" name="Rectangle 6"/>
          <p:cNvSpPr/>
          <p:nvPr/>
        </p:nvSpPr>
        <p:spPr>
          <a:xfrm>
            <a:off x="1271526" y="3167574"/>
            <a:ext cx="9135454" cy="1479700"/>
          </a:xfrm>
          <a:prstGeom prst="rect">
            <a:avLst/>
          </a:prstGeom>
        </p:spPr>
        <p:txBody>
          <a:bodyPr wrap="square">
            <a:spAutoFit/>
          </a:bodyPr>
          <a:lstStyle/>
          <a:p>
            <a:pPr algn="ctr"/>
            <a:r>
              <a:rPr lang="en-US" b="1" dirty="0">
                <a:latin typeface="Cambria" panose="02040503050406030204" pitchFamily="18" charset="0"/>
                <a:ea typeface="Cambria" panose="02040503050406030204" pitchFamily="18" charset="0"/>
              </a:rPr>
              <a:t>Presented By</a:t>
            </a:r>
          </a:p>
          <a:p>
            <a:pPr algn="ctr"/>
            <a:endParaRPr lang="en-IN" b="1" dirty="0">
              <a:latin typeface="Cambria" panose="02040503050406030204" pitchFamily="18" charset="0"/>
              <a:ea typeface="Cambria" panose="02040503050406030204" pitchFamily="18" charset="0"/>
            </a:endParaRPr>
          </a:p>
          <a:p>
            <a:pPr algn="ctr"/>
            <a:r>
              <a:rPr lang="en-US" dirty="0">
                <a:latin typeface="Cambria" panose="02040503050406030204" pitchFamily="18" charset="0"/>
                <a:ea typeface="Calibri" panose="020F0502020204030204" pitchFamily="34" charset="0"/>
              </a:rPr>
              <a:t>K</a:t>
            </a:r>
            <a:r>
              <a:rPr lang="en-US" sz="1800" dirty="0">
                <a:effectLst/>
                <a:latin typeface="Cambria" panose="02040503050406030204" pitchFamily="18" charset="0"/>
                <a:ea typeface="Calibri" panose="020F0502020204030204" pitchFamily="34" charset="0"/>
              </a:rPr>
              <a:t>hushi Gupta: 20210801065</a:t>
            </a:r>
            <a:endParaRPr lang="en-IN" dirty="0">
              <a:latin typeface="Calibri" panose="020F0502020204030204" pitchFamily="34" charset="0"/>
              <a:ea typeface="Calibri" panose="020F0502020204030204" pitchFamily="34" charset="0"/>
            </a:endParaRPr>
          </a:p>
          <a:p>
            <a:pPr algn="ctr"/>
            <a:r>
              <a:rPr lang="en-US" sz="1800" dirty="0">
                <a:effectLst/>
                <a:latin typeface="Cambria" panose="02040503050406030204" pitchFamily="18" charset="0"/>
                <a:ea typeface="Calibri" panose="020F0502020204030204" pitchFamily="34" charset="0"/>
              </a:rPr>
              <a:t>Om Gautam: 20210801060</a:t>
            </a:r>
            <a:endParaRPr lang="en-IN" sz="1800" dirty="0">
              <a:effectLst/>
              <a:latin typeface="Calibri" panose="020F0502020204030204" pitchFamily="34" charset="0"/>
              <a:ea typeface="Calibri" panose="020F0502020204030204" pitchFamily="34" charset="0"/>
            </a:endParaRPr>
          </a:p>
          <a:p>
            <a:pPr marL="6350" marR="26670" indent="-6350" algn="ctr">
              <a:lnSpc>
                <a:spcPct val="106000"/>
              </a:lnSpc>
              <a:spcAft>
                <a:spcPts val="380"/>
              </a:spcAft>
            </a:pPr>
            <a:r>
              <a:rPr lang="en-US" sz="1800" dirty="0">
                <a:effectLst/>
                <a:latin typeface="Cambria" panose="02040503050406030204" pitchFamily="18" charset="0"/>
                <a:ea typeface="Calibri" panose="020F0502020204030204" pitchFamily="34" charset="0"/>
              </a:rPr>
              <a:t>Vaishnavi Patil: 20210801142</a:t>
            </a:r>
            <a:endParaRPr lang="en-IN" sz="1800" dirty="0">
              <a:effectLst/>
              <a:latin typeface="Calibri" panose="020F0502020204030204" pitchFamily="34" charset="0"/>
              <a:ea typeface="Calibri" panose="020F0502020204030204" pitchFamily="34" charset="0"/>
            </a:endParaRPr>
          </a:p>
        </p:txBody>
      </p:sp>
      <p:sp>
        <p:nvSpPr>
          <p:cNvPr id="8" name="Rectangle 7"/>
          <p:cNvSpPr/>
          <p:nvPr/>
        </p:nvSpPr>
        <p:spPr>
          <a:xfrm>
            <a:off x="1271526" y="4766245"/>
            <a:ext cx="9135454" cy="1508105"/>
          </a:xfrm>
          <a:prstGeom prst="rect">
            <a:avLst/>
          </a:prstGeom>
        </p:spPr>
        <p:txBody>
          <a:bodyPr wrap="square">
            <a:spAutoFit/>
          </a:bodyPr>
          <a:lstStyle/>
          <a:p>
            <a:pPr algn="ctr"/>
            <a:r>
              <a:rPr lang="en-US" b="1" dirty="0">
                <a:latin typeface="Cambria" panose="02040503050406030204" pitchFamily="18" charset="0"/>
                <a:ea typeface="Cambria" panose="02040503050406030204" pitchFamily="18" charset="0"/>
              </a:rPr>
              <a:t>Guided By</a:t>
            </a:r>
            <a:endParaRPr lang="en-IN" b="1" dirty="0">
              <a:latin typeface="Cambria" panose="02040503050406030204" pitchFamily="18" charset="0"/>
              <a:ea typeface="Cambria" panose="02040503050406030204" pitchFamily="18" charset="0"/>
            </a:endParaRPr>
          </a:p>
          <a:p>
            <a:pPr algn="ctr"/>
            <a:r>
              <a:rPr lang="en-IN" sz="2000" b="1" i="0" dirty="0">
                <a:effectLst/>
                <a:latin typeface="Arial" panose="020B0604020202020204" pitchFamily="34" charset="0"/>
              </a:rPr>
              <a:t>Ms. Hetal Thaker</a:t>
            </a:r>
          </a:p>
          <a:p>
            <a:pPr algn="ctr"/>
            <a:endParaRPr lang="en-IN" sz="1800" i="0" dirty="0">
              <a:effectLst/>
              <a:latin typeface="Arial" panose="020B0604020202020204" pitchFamily="34" charset="0"/>
            </a:endParaRPr>
          </a:p>
          <a:p>
            <a:pPr algn="ctr"/>
            <a:r>
              <a:rPr lang="en-US" dirty="0">
                <a:latin typeface="Cambria" panose="02040503050406030204" pitchFamily="18" charset="0"/>
                <a:ea typeface="Cambria" panose="02040503050406030204" pitchFamily="18" charset="0"/>
              </a:rPr>
              <a:t>School of Computer Science, Engineering and Application</a:t>
            </a:r>
          </a:p>
          <a:p>
            <a:pPr algn="ctr"/>
            <a:r>
              <a:rPr lang="en-US" dirty="0">
                <a:latin typeface="Cambria" panose="02040503050406030204" pitchFamily="18" charset="0"/>
                <a:ea typeface="Cambria" panose="02040503050406030204" pitchFamily="18" charset="0"/>
              </a:rPr>
              <a:t>D Y Patil International University, Akurdi, Pune</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666962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69;p11">
            <a:extLst>
              <a:ext uri="{FF2B5EF4-FFF2-40B4-BE49-F238E27FC236}">
                <a16:creationId xmlns:a16="http://schemas.microsoft.com/office/drawing/2014/main" id="{64A03A8A-327F-211F-3EC1-0B716FA61E50}"/>
              </a:ext>
            </a:extLst>
          </p:cNvPr>
          <p:cNvPicPr preferRelativeResize="0"/>
          <p:nvPr/>
        </p:nvPicPr>
        <p:blipFill rotWithShape="1">
          <a:blip r:embed="rId2">
            <a:alphaModFix/>
          </a:blip>
          <a:srcRect/>
          <a:stretch/>
        </p:blipFill>
        <p:spPr>
          <a:xfrm>
            <a:off x="0" y="0"/>
            <a:ext cx="12192000" cy="6946157"/>
          </a:xfrm>
          <a:prstGeom prst="rect">
            <a:avLst/>
          </a:prstGeom>
          <a:noFill/>
          <a:ln>
            <a:noFill/>
          </a:ln>
        </p:spPr>
      </p:pic>
      <p:sp>
        <p:nvSpPr>
          <p:cNvPr id="4" name="Title 3">
            <a:extLst>
              <a:ext uri="{FF2B5EF4-FFF2-40B4-BE49-F238E27FC236}">
                <a16:creationId xmlns:a16="http://schemas.microsoft.com/office/drawing/2014/main" id="{60565684-700B-FD03-B027-3A2D9596C26E}"/>
              </a:ext>
            </a:extLst>
          </p:cNvPr>
          <p:cNvSpPr>
            <a:spLocks noGrp="1"/>
          </p:cNvSpPr>
          <p:nvPr>
            <p:ph type="title"/>
          </p:nvPr>
        </p:nvSpPr>
        <p:spPr>
          <a:xfrm>
            <a:off x="582141" y="1144248"/>
            <a:ext cx="2887200" cy="621800"/>
          </a:xfrm>
        </p:spPr>
        <p:txBody>
          <a:bodyPr>
            <a:normAutofit fontScale="90000"/>
          </a:bodyPr>
          <a:lstStyle/>
          <a:p>
            <a:r>
              <a:rPr lang="en-IN" b="1" dirty="0">
                <a:solidFill>
                  <a:schemeClr val="accent1"/>
                </a:solidFill>
              </a:rPr>
              <a:t>CONTENT</a:t>
            </a:r>
          </a:p>
        </p:txBody>
      </p:sp>
      <p:sp>
        <p:nvSpPr>
          <p:cNvPr id="5" name="Content Placeholder 4">
            <a:extLst>
              <a:ext uri="{FF2B5EF4-FFF2-40B4-BE49-F238E27FC236}">
                <a16:creationId xmlns:a16="http://schemas.microsoft.com/office/drawing/2014/main" id="{68328DBB-5043-B618-5EA9-A1F258FFA531}"/>
              </a:ext>
            </a:extLst>
          </p:cNvPr>
          <p:cNvSpPr>
            <a:spLocks noGrp="1"/>
          </p:cNvSpPr>
          <p:nvPr>
            <p:ph idx="1"/>
          </p:nvPr>
        </p:nvSpPr>
        <p:spPr/>
        <p:txBody>
          <a:bodyPr/>
          <a:lstStyle/>
          <a:p>
            <a:pPr>
              <a:buFont typeface="Arial" panose="020B0604020202020204" pitchFamily="34" charset="0"/>
              <a:buChar char="•"/>
            </a:pPr>
            <a:r>
              <a:rPr lang="en-IN" dirty="0" smtClean="0">
                <a:solidFill>
                  <a:schemeClr val="tx1"/>
                </a:solidFill>
              </a:rPr>
              <a:t>Introduction</a:t>
            </a:r>
          </a:p>
          <a:p>
            <a:pPr>
              <a:buFont typeface="Arial" panose="020B0604020202020204" pitchFamily="34" charset="0"/>
              <a:buChar char="•"/>
            </a:pPr>
            <a:r>
              <a:rPr lang="en-IN" dirty="0" smtClean="0">
                <a:solidFill>
                  <a:schemeClr val="tx1"/>
                </a:solidFill>
              </a:rPr>
              <a:t>Objective </a:t>
            </a:r>
            <a:endParaRPr lang="en-IN" dirty="0" smtClean="0">
              <a:solidFill>
                <a:schemeClr val="tx1"/>
              </a:solidFill>
            </a:endParaRPr>
          </a:p>
          <a:p>
            <a:pPr>
              <a:buFont typeface="Arial" panose="020B0604020202020204" pitchFamily="34" charset="0"/>
              <a:buChar char="•"/>
            </a:pPr>
            <a:r>
              <a:rPr lang="en-IN" dirty="0" smtClean="0">
                <a:solidFill>
                  <a:schemeClr val="tx1"/>
                </a:solidFill>
              </a:rPr>
              <a:t>Flowchart</a:t>
            </a:r>
          </a:p>
          <a:p>
            <a:pPr>
              <a:buFont typeface="Arial" panose="020B0604020202020204" pitchFamily="34" charset="0"/>
              <a:buChar char="•"/>
            </a:pPr>
            <a:r>
              <a:rPr lang="en-IN" dirty="0" smtClean="0">
                <a:solidFill>
                  <a:schemeClr val="tx1"/>
                </a:solidFill>
              </a:rPr>
              <a:t>ER diagram</a:t>
            </a:r>
          </a:p>
          <a:p>
            <a:pPr>
              <a:buFont typeface="Arial" panose="020B0604020202020204" pitchFamily="34" charset="0"/>
              <a:buChar char="•"/>
            </a:pPr>
            <a:r>
              <a:rPr lang="en-IN" dirty="0" smtClean="0">
                <a:solidFill>
                  <a:schemeClr val="tx1"/>
                </a:solidFill>
              </a:rPr>
              <a:t>DFD diagram</a:t>
            </a:r>
          </a:p>
          <a:p>
            <a:pPr>
              <a:buFont typeface="Arial" panose="020B0604020202020204" pitchFamily="34" charset="0"/>
              <a:buChar char="•"/>
            </a:pPr>
            <a:r>
              <a:rPr lang="en-IN" dirty="0" smtClean="0">
                <a:solidFill>
                  <a:schemeClr val="tx1"/>
                </a:solidFill>
              </a:rPr>
              <a:t>Uml diagram</a:t>
            </a:r>
          </a:p>
          <a:p>
            <a:pPr>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2059943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69;p11">
            <a:extLst>
              <a:ext uri="{FF2B5EF4-FFF2-40B4-BE49-F238E27FC236}">
                <a16:creationId xmlns:a16="http://schemas.microsoft.com/office/drawing/2014/main" id="{631973F5-0887-4020-BB41-F4B878E5243E}"/>
              </a:ext>
            </a:extLst>
          </p:cNvPr>
          <p:cNvPicPr preferRelativeResize="0"/>
          <p:nvPr/>
        </p:nvPicPr>
        <p:blipFill rotWithShape="1">
          <a:blip r:embed="rId2">
            <a:alphaModFix/>
          </a:blip>
          <a:srcRect/>
          <a:stretch/>
        </p:blipFill>
        <p:spPr>
          <a:xfrm>
            <a:off x="0" y="-35219"/>
            <a:ext cx="12192000" cy="6893219"/>
          </a:xfrm>
          <a:prstGeom prst="rect">
            <a:avLst/>
          </a:prstGeom>
          <a:noFill/>
          <a:ln>
            <a:noFill/>
          </a:ln>
        </p:spPr>
      </p:pic>
      <p:sp>
        <p:nvSpPr>
          <p:cNvPr id="2" name="Title 1">
            <a:extLst>
              <a:ext uri="{FF2B5EF4-FFF2-40B4-BE49-F238E27FC236}">
                <a16:creationId xmlns:a16="http://schemas.microsoft.com/office/drawing/2014/main" id="{B47A915D-9651-9266-CB64-F99892862FBF}"/>
              </a:ext>
            </a:extLst>
          </p:cNvPr>
          <p:cNvSpPr>
            <a:spLocks noGrp="1"/>
          </p:cNvSpPr>
          <p:nvPr>
            <p:ph type="title"/>
          </p:nvPr>
        </p:nvSpPr>
        <p:spPr/>
        <p:txBody>
          <a:bodyPr>
            <a:normAutofit/>
          </a:bodyPr>
          <a:lstStyle/>
          <a:p>
            <a:r>
              <a:rPr lang="en-US" sz="4800" b="1" dirty="0">
                <a:solidFill>
                  <a:schemeClr val="accent1"/>
                </a:solidFill>
                <a:latin typeface="Times New Roman" panose="02020603050405020304" pitchFamily="18" charset="0"/>
                <a:cs typeface="Times New Roman" panose="02020603050405020304" pitchFamily="18" charset="0"/>
              </a:rPr>
              <a:t>Introduction</a:t>
            </a:r>
            <a:endParaRPr lang="en-IN" sz="4800" b="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BB44DE-E87D-6B4F-7679-FF47D06CF06F}"/>
              </a:ext>
            </a:extLst>
          </p:cNvPr>
          <p:cNvSpPr>
            <a:spLocks noGrp="1"/>
          </p:cNvSpPr>
          <p:nvPr>
            <p:ph type="body" idx="1"/>
          </p:nvPr>
        </p:nvSpPr>
        <p:spPr>
          <a:xfrm>
            <a:off x="677335" y="3227719"/>
            <a:ext cx="8596668" cy="1570962"/>
          </a:xfrm>
        </p:spPr>
        <p:txBody>
          <a:bodyPr>
            <a:normAutofit/>
          </a:bodyPr>
          <a:lstStyle/>
          <a:p>
            <a:pPr marL="336550" marR="88265" indent="0" algn="just">
              <a:lnSpc>
                <a:spcPct val="103000"/>
              </a:lnSpc>
              <a:spcAft>
                <a:spcPts val="800"/>
              </a:spcAft>
              <a:buNone/>
            </a:pPr>
            <a:r>
              <a:rPr lang="en-US" dirty="0"/>
              <a:t>Emergency Management system application is AWS Cloud based project which uses multiple AWS Services. The Main objective of developing this application is not only to Store, Maintain and Process Crucial information of User/Patient but also enable quick access to User/patient data/information at the site of incidents in case of emergency. </a:t>
            </a:r>
            <a:endParaRPr lang="en-IN" dirty="0"/>
          </a:p>
        </p:txBody>
      </p:sp>
    </p:spTree>
    <p:extLst>
      <p:ext uri="{BB962C8B-B14F-4D97-AF65-F5344CB8AC3E}">
        <p14:creationId xmlns:p14="http://schemas.microsoft.com/office/powerpoint/2010/main" val="2611034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69;p11">
            <a:extLst>
              <a:ext uri="{FF2B5EF4-FFF2-40B4-BE49-F238E27FC236}">
                <a16:creationId xmlns:a16="http://schemas.microsoft.com/office/drawing/2014/main" id="{631973F5-0887-4020-BB41-F4B878E5243E}"/>
              </a:ext>
            </a:extLst>
          </p:cNvPr>
          <p:cNvPicPr preferRelativeResize="0"/>
          <p:nvPr/>
        </p:nvPicPr>
        <p:blipFill rotWithShape="1">
          <a:blip r:embed="rId2">
            <a:alphaModFix/>
          </a:blip>
          <a:srcRect/>
          <a:stretch/>
        </p:blipFill>
        <p:spPr>
          <a:xfrm>
            <a:off x="0" y="-35219"/>
            <a:ext cx="12192000" cy="6893219"/>
          </a:xfrm>
          <a:prstGeom prst="rect">
            <a:avLst/>
          </a:prstGeom>
          <a:noFill/>
          <a:ln>
            <a:noFill/>
          </a:ln>
        </p:spPr>
      </p:pic>
      <p:sp>
        <p:nvSpPr>
          <p:cNvPr id="2" name="Title 1">
            <a:extLst>
              <a:ext uri="{FF2B5EF4-FFF2-40B4-BE49-F238E27FC236}">
                <a16:creationId xmlns:a16="http://schemas.microsoft.com/office/drawing/2014/main" id="{B47A915D-9651-9266-CB64-F99892862FBF}"/>
              </a:ext>
            </a:extLst>
          </p:cNvPr>
          <p:cNvSpPr>
            <a:spLocks noGrp="1"/>
          </p:cNvSpPr>
          <p:nvPr>
            <p:ph type="title"/>
          </p:nvPr>
        </p:nvSpPr>
        <p:spPr/>
        <p:txBody>
          <a:bodyPr>
            <a:normAutofit/>
          </a:bodyPr>
          <a:lstStyle/>
          <a:p>
            <a:r>
              <a:rPr lang="en-US" sz="4800" b="1" dirty="0" smtClean="0">
                <a:solidFill>
                  <a:schemeClr val="accent1"/>
                </a:solidFill>
                <a:latin typeface="Times New Roman" panose="02020603050405020304" pitchFamily="18" charset="0"/>
                <a:cs typeface="Times New Roman" panose="02020603050405020304" pitchFamily="18" charset="0"/>
              </a:rPr>
              <a:t>Objective</a:t>
            </a:r>
            <a:endParaRPr lang="en-IN" sz="4800" b="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BB44DE-E87D-6B4F-7679-FF47D06CF06F}"/>
              </a:ext>
            </a:extLst>
          </p:cNvPr>
          <p:cNvSpPr>
            <a:spLocks noGrp="1"/>
          </p:cNvSpPr>
          <p:nvPr>
            <p:ph type="body" idx="1"/>
          </p:nvPr>
        </p:nvSpPr>
        <p:spPr>
          <a:xfrm>
            <a:off x="677335" y="3227719"/>
            <a:ext cx="8596668" cy="1570962"/>
          </a:xfrm>
        </p:spPr>
        <p:txBody>
          <a:bodyPr>
            <a:normAutofit/>
          </a:bodyPr>
          <a:lstStyle/>
          <a:p>
            <a:pPr>
              <a:buFont typeface="Arial" panose="020B0604020202020204" pitchFamily="34" charset="0"/>
              <a:buChar char="•"/>
            </a:pPr>
            <a:r>
              <a:rPr lang="en-US" dirty="0"/>
              <a:t>Emergency management helps in quick response at the place of accident. </a:t>
            </a:r>
          </a:p>
          <a:p>
            <a:pPr>
              <a:buFont typeface="Arial" panose="020B0604020202020204" pitchFamily="34" charset="0"/>
              <a:buChar char="•"/>
            </a:pPr>
            <a:r>
              <a:rPr lang="en-US" dirty="0"/>
              <a:t>Effective coordination with nearby hospitals</a:t>
            </a:r>
            <a:endParaRPr lang="en-US" dirty="0"/>
          </a:p>
        </p:txBody>
      </p:sp>
    </p:spTree>
    <p:extLst>
      <p:ext uri="{BB962C8B-B14F-4D97-AF65-F5344CB8AC3E}">
        <p14:creationId xmlns:p14="http://schemas.microsoft.com/office/powerpoint/2010/main" val="1625785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FFE9395C-9A6F-D33C-5DD9-BFC5189C3F00}"/>
              </a:ext>
            </a:extLst>
          </p:cNvPr>
          <p:cNvCxnSpPr>
            <a:cxnSpLocks/>
          </p:cNvCxnSpPr>
          <p:nvPr/>
        </p:nvCxnSpPr>
        <p:spPr>
          <a:xfrm>
            <a:off x="427863" y="6679848"/>
            <a:ext cx="11916476"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BDF7E01-4EC5-184B-A79E-3A835CF7B7D2}"/>
              </a:ext>
            </a:extLst>
          </p:cNvPr>
          <p:cNvSpPr>
            <a:spLocks noGrp="1"/>
          </p:cNvSpPr>
          <p:nvPr>
            <p:ph type="title"/>
          </p:nvPr>
        </p:nvSpPr>
        <p:spPr>
          <a:xfrm>
            <a:off x="5938787" y="64884"/>
            <a:ext cx="9425072" cy="417189"/>
          </a:xfrm>
        </p:spPr>
        <p:txBody>
          <a:bodyPr/>
          <a:lstStyle/>
          <a:p>
            <a:r>
              <a:rPr lang="en-US" sz="2133" b="1" dirty="0">
                <a:latin typeface="+mn-lt"/>
              </a:rPr>
              <a:t>Flow </a:t>
            </a:r>
            <a:r>
              <a:rPr lang="en-US" sz="2133" b="1" dirty="0" smtClean="0">
                <a:latin typeface="+mn-lt"/>
              </a:rPr>
              <a:t>chart   </a:t>
            </a:r>
            <a:endParaRPr lang="en-US" sz="2133" b="1" dirty="0">
              <a:latin typeface="+mn-lt"/>
            </a:endParaRPr>
          </a:p>
        </p:txBody>
      </p:sp>
      <p:sp>
        <p:nvSpPr>
          <p:cNvPr id="17" name="Rectangle 16">
            <a:extLst>
              <a:ext uri="{FF2B5EF4-FFF2-40B4-BE49-F238E27FC236}">
                <a16:creationId xmlns:a16="http://schemas.microsoft.com/office/drawing/2014/main" id="{3A4CF9C3-9965-A54D-B9CD-478CF91364C5}"/>
              </a:ext>
            </a:extLst>
          </p:cNvPr>
          <p:cNvSpPr/>
          <p:nvPr/>
        </p:nvSpPr>
        <p:spPr>
          <a:xfrm flipH="1">
            <a:off x="557398" y="64884"/>
            <a:ext cx="152340" cy="6858000"/>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AU" sz="933" b="0" i="0" u="none" strike="noStrike" kern="1200" cap="none" spc="0" normalizeH="0" baseline="0" noProof="0" dirty="0">
              <a:ln>
                <a:noFill/>
              </a:ln>
              <a:solidFill>
                <a:srgbClr val="FFFFFF"/>
              </a:solidFill>
              <a:effectLst/>
              <a:uLnTx/>
              <a:uFillTx/>
              <a:latin typeface="CiscoSansTT ExtraLight"/>
              <a:ea typeface="+mn-ea"/>
              <a:cs typeface="Arial" panose="020B0604020202020204" pitchFamily="34" charset="0"/>
            </a:endParaRPr>
          </a:p>
        </p:txBody>
      </p:sp>
      <p:sp>
        <p:nvSpPr>
          <p:cNvPr id="8" name="TextBox 7">
            <a:extLst>
              <a:ext uri="{FF2B5EF4-FFF2-40B4-BE49-F238E27FC236}">
                <a16:creationId xmlns:a16="http://schemas.microsoft.com/office/drawing/2014/main" id="{A430A4CC-4684-A14D-B3FB-4B648CAB0D11}"/>
              </a:ext>
            </a:extLst>
          </p:cNvPr>
          <p:cNvSpPr txBox="1"/>
          <p:nvPr/>
        </p:nvSpPr>
        <p:spPr>
          <a:xfrm>
            <a:off x="5321257" y="231963"/>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Flowchart: Decision 19">
            <a:extLst>
              <a:ext uri="{FF2B5EF4-FFF2-40B4-BE49-F238E27FC236}">
                <a16:creationId xmlns:a16="http://schemas.microsoft.com/office/drawing/2014/main" id="{04E454C4-8270-45B5-AA44-7637FF972FBB}"/>
              </a:ext>
            </a:extLst>
          </p:cNvPr>
          <p:cNvSpPr/>
          <p:nvPr/>
        </p:nvSpPr>
        <p:spPr>
          <a:xfrm>
            <a:off x="2475241" y="3086055"/>
            <a:ext cx="1188720" cy="914400"/>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Calibri" panose="020F0502020204030204"/>
                <a:ea typeface="+mn-ea"/>
                <a:cs typeface="+mn-cs"/>
              </a:rPr>
              <a:t>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Calibri" panose="020F0502020204030204"/>
                <a:ea typeface="+mn-ea"/>
                <a:cs typeface="+mn-cs"/>
              </a:rPr>
              <a:t>Information  Correct? </a:t>
            </a:r>
          </a:p>
        </p:txBody>
      </p:sp>
      <p:sp>
        <p:nvSpPr>
          <p:cNvPr id="23" name="Flowchart: Terminator 22">
            <a:extLst>
              <a:ext uri="{FF2B5EF4-FFF2-40B4-BE49-F238E27FC236}">
                <a16:creationId xmlns:a16="http://schemas.microsoft.com/office/drawing/2014/main" id="{8DCB30D2-BA7B-4D67-6366-09972B6C96B5}"/>
              </a:ext>
            </a:extLst>
          </p:cNvPr>
          <p:cNvSpPr/>
          <p:nvPr/>
        </p:nvSpPr>
        <p:spPr>
          <a:xfrm>
            <a:off x="2512708" y="602045"/>
            <a:ext cx="1094712" cy="318722"/>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Calibri" panose="020F0502020204030204"/>
                <a:ea typeface="+mn-ea"/>
                <a:cs typeface="+mn-cs"/>
              </a:rPr>
              <a:t>Start</a:t>
            </a:r>
          </a:p>
        </p:txBody>
      </p:sp>
      <p:sp>
        <p:nvSpPr>
          <p:cNvPr id="25" name="Flowchart: Alternate Process 24">
            <a:extLst>
              <a:ext uri="{FF2B5EF4-FFF2-40B4-BE49-F238E27FC236}">
                <a16:creationId xmlns:a16="http://schemas.microsoft.com/office/drawing/2014/main" id="{3BAF1A1C-8F1D-9207-1E48-21F5F34AED73}"/>
              </a:ext>
            </a:extLst>
          </p:cNvPr>
          <p:cNvSpPr/>
          <p:nvPr/>
        </p:nvSpPr>
        <p:spPr>
          <a:xfrm>
            <a:off x="2465808" y="2092053"/>
            <a:ext cx="1188720" cy="64008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Calibri" panose="020F0502020204030204"/>
                <a:ea typeface="+mn-ea"/>
                <a:cs typeface="+mn-cs"/>
              </a:rPr>
              <a:t>User Information Authentication</a:t>
            </a:r>
          </a:p>
        </p:txBody>
      </p:sp>
      <p:sp>
        <p:nvSpPr>
          <p:cNvPr id="26" name="Flowchart: Alternate Process 25">
            <a:extLst>
              <a:ext uri="{FF2B5EF4-FFF2-40B4-BE49-F238E27FC236}">
                <a16:creationId xmlns:a16="http://schemas.microsoft.com/office/drawing/2014/main" id="{4AC9BFA2-7291-B760-DD22-13A28F7C0256}"/>
              </a:ext>
            </a:extLst>
          </p:cNvPr>
          <p:cNvSpPr/>
          <p:nvPr/>
        </p:nvSpPr>
        <p:spPr>
          <a:xfrm>
            <a:off x="4111825" y="3223939"/>
            <a:ext cx="1188720" cy="64008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Calibri" panose="020F0502020204030204"/>
                <a:ea typeface="+mn-ea"/>
                <a:cs typeface="+mn-cs"/>
              </a:rPr>
              <a:t>Share QR Code Scanner to User</a:t>
            </a:r>
          </a:p>
        </p:txBody>
      </p:sp>
      <p:sp>
        <p:nvSpPr>
          <p:cNvPr id="39" name="Flowchart: Alternate Process 38">
            <a:extLst>
              <a:ext uri="{FF2B5EF4-FFF2-40B4-BE49-F238E27FC236}">
                <a16:creationId xmlns:a16="http://schemas.microsoft.com/office/drawing/2014/main" id="{08242426-B3D4-7416-C118-070D6503032E}"/>
              </a:ext>
            </a:extLst>
          </p:cNvPr>
          <p:cNvSpPr/>
          <p:nvPr/>
        </p:nvSpPr>
        <p:spPr>
          <a:xfrm>
            <a:off x="4115341" y="4185124"/>
            <a:ext cx="1188720" cy="64008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Calibri" panose="020F0502020204030204"/>
                <a:ea typeface="+mn-ea"/>
                <a:cs typeface="+mn-cs"/>
              </a:rPr>
              <a:t>Accidental Emergency Situation </a:t>
            </a:r>
          </a:p>
        </p:txBody>
      </p:sp>
      <p:sp>
        <p:nvSpPr>
          <p:cNvPr id="53" name="Flowchart: Alternate Process 52">
            <a:extLst>
              <a:ext uri="{FF2B5EF4-FFF2-40B4-BE49-F238E27FC236}">
                <a16:creationId xmlns:a16="http://schemas.microsoft.com/office/drawing/2014/main" id="{97C106FE-9D99-F221-C994-7EDA6AF771D0}"/>
              </a:ext>
            </a:extLst>
          </p:cNvPr>
          <p:cNvSpPr/>
          <p:nvPr/>
        </p:nvSpPr>
        <p:spPr>
          <a:xfrm>
            <a:off x="6479032" y="5210417"/>
            <a:ext cx="1188720" cy="64008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Calibri" panose="020F0502020204030204"/>
                <a:ea typeface="+mn-ea"/>
                <a:cs typeface="+mn-cs"/>
              </a:rPr>
              <a:t>Emergency Contact Details with Location</a:t>
            </a:r>
          </a:p>
        </p:txBody>
      </p:sp>
      <p:sp>
        <p:nvSpPr>
          <p:cNvPr id="57" name="Flowchart: Alternate Process 56">
            <a:extLst>
              <a:ext uri="{FF2B5EF4-FFF2-40B4-BE49-F238E27FC236}">
                <a16:creationId xmlns:a16="http://schemas.microsoft.com/office/drawing/2014/main" id="{9A9CE194-1FAF-847A-4843-DCD87366E384}"/>
              </a:ext>
            </a:extLst>
          </p:cNvPr>
          <p:cNvSpPr/>
          <p:nvPr/>
        </p:nvSpPr>
        <p:spPr>
          <a:xfrm>
            <a:off x="5493517" y="6010346"/>
            <a:ext cx="1188720" cy="64008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Calibri" panose="020F0502020204030204"/>
                <a:ea typeface="+mn-ea"/>
                <a:cs typeface="+mn-cs"/>
              </a:rPr>
              <a:t>Nearby Hospital List</a:t>
            </a:r>
          </a:p>
        </p:txBody>
      </p:sp>
      <p:sp>
        <p:nvSpPr>
          <p:cNvPr id="60" name="Flowchart: Alternate Process 59">
            <a:extLst>
              <a:ext uri="{FF2B5EF4-FFF2-40B4-BE49-F238E27FC236}">
                <a16:creationId xmlns:a16="http://schemas.microsoft.com/office/drawing/2014/main" id="{C3AF43EC-2483-5AC8-9631-20F14ADC2A7B}"/>
              </a:ext>
            </a:extLst>
          </p:cNvPr>
          <p:cNvSpPr/>
          <p:nvPr/>
        </p:nvSpPr>
        <p:spPr>
          <a:xfrm>
            <a:off x="7397675" y="6010347"/>
            <a:ext cx="1188720" cy="64008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Calibri" panose="020F0502020204030204"/>
                <a:ea typeface="+mn-ea"/>
                <a:cs typeface="+mn-cs"/>
              </a:rPr>
              <a:t>Inform Nearby Hospital</a:t>
            </a:r>
          </a:p>
        </p:txBody>
      </p:sp>
      <p:sp>
        <p:nvSpPr>
          <p:cNvPr id="113" name="Flowchart: Alternate Process 112">
            <a:extLst>
              <a:ext uri="{FF2B5EF4-FFF2-40B4-BE49-F238E27FC236}">
                <a16:creationId xmlns:a16="http://schemas.microsoft.com/office/drawing/2014/main" id="{1BEB51D1-B449-6DA6-3BAA-7302B6E802FD}"/>
              </a:ext>
            </a:extLst>
          </p:cNvPr>
          <p:cNvSpPr/>
          <p:nvPr/>
        </p:nvSpPr>
        <p:spPr>
          <a:xfrm>
            <a:off x="4122332" y="5213198"/>
            <a:ext cx="1188720" cy="64008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Calibri" panose="020F0502020204030204"/>
                <a:ea typeface="+mn-ea"/>
                <a:cs typeface="+mn-cs"/>
              </a:rPr>
              <a:t>Scan QR Code</a:t>
            </a:r>
          </a:p>
        </p:txBody>
      </p:sp>
      <p:cxnSp>
        <p:nvCxnSpPr>
          <p:cNvPr id="115" name="Connector: Elbow 114">
            <a:extLst>
              <a:ext uri="{FF2B5EF4-FFF2-40B4-BE49-F238E27FC236}">
                <a16:creationId xmlns:a16="http://schemas.microsoft.com/office/drawing/2014/main" id="{563BEF26-3B29-2972-98D1-C714750B4982}"/>
              </a:ext>
            </a:extLst>
          </p:cNvPr>
          <p:cNvCxnSpPr>
            <a:cxnSpLocks/>
            <a:stCxn id="113" idx="3"/>
            <a:endCxn id="53" idx="1"/>
          </p:cNvCxnSpPr>
          <p:nvPr/>
        </p:nvCxnSpPr>
        <p:spPr>
          <a:xfrm flipV="1">
            <a:off x="5311052" y="5530457"/>
            <a:ext cx="1167980" cy="278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Connector: Elbow 118">
            <a:extLst>
              <a:ext uri="{FF2B5EF4-FFF2-40B4-BE49-F238E27FC236}">
                <a16:creationId xmlns:a16="http://schemas.microsoft.com/office/drawing/2014/main" id="{4F7E958D-38A8-C33C-CE84-3C567F6B0A15}"/>
              </a:ext>
            </a:extLst>
          </p:cNvPr>
          <p:cNvCxnSpPr>
            <a:cxnSpLocks/>
            <a:stCxn id="113" idx="2"/>
            <a:endCxn id="57" idx="1"/>
          </p:cNvCxnSpPr>
          <p:nvPr/>
        </p:nvCxnSpPr>
        <p:spPr>
          <a:xfrm rot="16200000" flipH="1">
            <a:off x="4866550" y="5703419"/>
            <a:ext cx="477108" cy="77682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1" name="Connector: Elbow 120">
            <a:extLst>
              <a:ext uri="{FF2B5EF4-FFF2-40B4-BE49-F238E27FC236}">
                <a16:creationId xmlns:a16="http://schemas.microsoft.com/office/drawing/2014/main" id="{744D00C8-7988-39F3-18AC-8EA0C91619B8}"/>
              </a:ext>
            </a:extLst>
          </p:cNvPr>
          <p:cNvCxnSpPr>
            <a:cxnSpLocks/>
            <a:stCxn id="57" idx="3"/>
            <a:endCxn id="60" idx="1"/>
          </p:cNvCxnSpPr>
          <p:nvPr/>
        </p:nvCxnSpPr>
        <p:spPr>
          <a:xfrm>
            <a:off x="6682237" y="6330386"/>
            <a:ext cx="715438"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0" name="Connector: Elbow 129">
            <a:extLst>
              <a:ext uri="{FF2B5EF4-FFF2-40B4-BE49-F238E27FC236}">
                <a16:creationId xmlns:a16="http://schemas.microsoft.com/office/drawing/2014/main" id="{2FE1A81A-5E61-BBDA-0C81-54084DDE38AB}"/>
              </a:ext>
            </a:extLst>
          </p:cNvPr>
          <p:cNvCxnSpPr>
            <a:stCxn id="74" idx="1"/>
            <a:endCxn id="25" idx="1"/>
          </p:cNvCxnSpPr>
          <p:nvPr/>
        </p:nvCxnSpPr>
        <p:spPr>
          <a:xfrm rot="10800000">
            <a:off x="2465809" y="2412093"/>
            <a:ext cx="9433" cy="1131162"/>
          </a:xfrm>
          <a:prstGeom prst="bentConnector3">
            <a:avLst>
              <a:gd name="adj1" fmla="val 252340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6179A432-A504-B2C7-DBE0-54179D102CA2}"/>
              </a:ext>
            </a:extLst>
          </p:cNvPr>
          <p:cNvCxnSpPr>
            <a:stCxn id="74" idx="3"/>
            <a:endCxn id="26" idx="1"/>
          </p:cNvCxnSpPr>
          <p:nvPr/>
        </p:nvCxnSpPr>
        <p:spPr>
          <a:xfrm>
            <a:off x="3663961" y="3543255"/>
            <a:ext cx="447864" cy="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D5A7153E-34E5-8142-06B4-3B453E178E40}"/>
              </a:ext>
            </a:extLst>
          </p:cNvPr>
          <p:cNvCxnSpPr>
            <a:stCxn id="25" idx="2"/>
            <a:endCxn id="74" idx="0"/>
          </p:cNvCxnSpPr>
          <p:nvPr/>
        </p:nvCxnSpPr>
        <p:spPr>
          <a:xfrm>
            <a:off x="3060168" y="2732133"/>
            <a:ext cx="9433" cy="353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3" name="Flowchart: Terminator 142">
            <a:extLst>
              <a:ext uri="{FF2B5EF4-FFF2-40B4-BE49-F238E27FC236}">
                <a16:creationId xmlns:a16="http://schemas.microsoft.com/office/drawing/2014/main" id="{10B18388-1998-0D1E-7172-CAB754840B87}"/>
              </a:ext>
            </a:extLst>
          </p:cNvPr>
          <p:cNvSpPr/>
          <p:nvPr/>
        </p:nvSpPr>
        <p:spPr>
          <a:xfrm>
            <a:off x="8885899" y="5743595"/>
            <a:ext cx="1094712" cy="318722"/>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Calibri" panose="020F0502020204030204"/>
                <a:ea typeface="+mn-ea"/>
                <a:cs typeface="+mn-cs"/>
              </a:rPr>
              <a:t>End</a:t>
            </a:r>
          </a:p>
        </p:txBody>
      </p:sp>
      <p:cxnSp>
        <p:nvCxnSpPr>
          <p:cNvPr id="145" name="Connector: Elbow 144">
            <a:extLst>
              <a:ext uri="{FF2B5EF4-FFF2-40B4-BE49-F238E27FC236}">
                <a16:creationId xmlns:a16="http://schemas.microsoft.com/office/drawing/2014/main" id="{99F4863E-99A1-A349-9620-6D3853CABAF0}"/>
              </a:ext>
            </a:extLst>
          </p:cNvPr>
          <p:cNvCxnSpPr>
            <a:cxnSpLocks/>
            <a:stCxn id="53" idx="3"/>
            <a:endCxn id="143" idx="0"/>
          </p:cNvCxnSpPr>
          <p:nvPr/>
        </p:nvCxnSpPr>
        <p:spPr>
          <a:xfrm>
            <a:off x="7667752" y="5530457"/>
            <a:ext cx="1765503" cy="21313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7" name="Connector: Elbow 146">
            <a:extLst>
              <a:ext uri="{FF2B5EF4-FFF2-40B4-BE49-F238E27FC236}">
                <a16:creationId xmlns:a16="http://schemas.microsoft.com/office/drawing/2014/main" id="{2B9581CA-A0D5-50A1-09E7-CFD1A2C3BDF5}"/>
              </a:ext>
            </a:extLst>
          </p:cNvPr>
          <p:cNvCxnSpPr>
            <a:cxnSpLocks/>
            <a:stCxn id="60" idx="3"/>
            <a:endCxn id="143" idx="2"/>
          </p:cNvCxnSpPr>
          <p:nvPr/>
        </p:nvCxnSpPr>
        <p:spPr>
          <a:xfrm flipV="1">
            <a:off x="8586395" y="6062317"/>
            <a:ext cx="846860" cy="26807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51" name="TextBox 150">
            <a:extLst>
              <a:ext uri="{FF2B5EF4-FFF2-40B4-BE49-F238E27FC236}">
                <a16:creationId xmlns:a16="http://schemas.microsoft.com/office/drawing/2014/main" id="{4CE42B8F-D1A7-2E25-898B-292BA638E642}"/>
              </a:ext>
            </a:extLst>
          </p:cNvPr>
          <p:cNvSpPr txBox="1"/>
          <p:nvPr/>
        </p:nvSpPr>
        <p:spPr>
          <a:xfrm>
            <a:off x="3063969" y="3125068"/>
            <a:ext cx="1172573" cy="369332"/>
          </a:xfrm>
          <a:prstGeom prst="rect">
            <a:avLst/>
          </a:prstGeom>
          <a:noFill/>
        </p:spPr>
        <p:txBody>
          <a:bodyPr wrap="squar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5B9BD5">
                    <a:lumMod val="50000"/>
                  </a:srgbClr>
                </a:solidFill>
                <a:effectLst/>
                <a:uLnTx/>
                <a:uFillTx/>
                <a:latin typeface="Calibri" panose="020F0502020204030204"/>
                <a:ea typeface="ＭＳ Ｐゴシック" charset="0"/>
                <a:cs typeface="+mn-cs"/>
              </a:rPr>
              <a:t>Yes</a:t>
            </a:r>
          </a:p>
          <a:p>
            <a:pPr marL="0" marR="0" lvl="0" indent="0" algn="l" defTabSz="609585" rtl="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srgbClr val="282828"/>
              </a:solidFill>
              <a:effectLst/>
              <a:uLnTx/>
              <a:uFillTx/>
              <a:latin typeface="CiscoSansTT ExtraLight"/>
              <a:ea typeface="ＭＳ Ｐゴシック" charset="0"/>
              <a:cs typeface="+mn-cs"/>
            </a:endParaRPr>
          </a:p>
        </p:txBody>
      </p:sp>
      <p:sp>
        <p:nvSpPr>
          <p:cNvPr id="152" name="TextBox 151">
            <a:extLst>
              <a:ext uri="{FF2B5EF4-FFF2-40B4-BE49-F238E27FC236}">
                <a16:creationId xmlns:a16="http://schemas.microsoft.com/office/drawing/2014/main" id="{D3EACAC7-1DD8-407C-A8A4-62B99CCDB570}"/>
              </a:ext>
            </a:extLst>
          </p:cNvPr>
          <p:cNvSpPr txBox="1"/>
          <p:nvPr/>
        </p:nvSpPr>
        <p:spPr>
          <a:xfrm>
            <a:off x="1964406" y="3125068"/>
            <a:ext cx="1172573" cy="369332"/>
          </a:xfrm>
          <a:prstGeom prst="rect">
            <a:avLst/>
          </a:prstGeom>
          <a:noFill/>
        </p:spPr>
        <p:txBody>
          <a:bodyPr wrap="square" rtlCol="0">
            <a:sp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5B9BD5">
                    <a:lumMod val="50000"/>
                  </a:srgbClr>
                </a:solidFill>
                <a:effectLst/>
                <a:uLnTx/>
                <a:uFillTx/>
                <a:latin typeface="Calibri" panose="020F0502020204030204"/>
                <a:ea typeface="ＭＳ Ｐゴシック" charset="0"/>
                <a:cs typeface="+mn-cs"/>
              </a:rPr>
              <a:t>No</a:t>
            </a:r>
          </a:p>
          <a:p>
            <a:pPr marL="0" marR="0" lvl="0" indent="0" algn="l" defTabSz="609585" rtl="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srgbClr val="282828"/>
              </a:solidFill>
              <a:effectLst/>
              <a:uLnTx/>
              <a:uFillTx/>
              <a:latin typeface="CiscoSansTT ExtraLight"/>
              <a:ea typeface="ＭＳ Ｐゴシック" charset="0"/>
              <a:cs typeface="+mn-cs"/>
            </a:endParaRPr>
          </a:p>
        </p:txBody>
      </p:sp>
      <p:cxnSp>
        <p:nvCxnSpPr>
          <p:cNvPr id="164" name="Straight Connector 163">
            <a:extLst>
              <a:ext uri="{FF2B5EF4-FFF2-40B4-BE49-F238E27FC236}">
                <a16:creationId xmlns:a16="http://schemas.microsoft.com/office/drawing/2014/main" id="{13B7A7B3-7EF1-FBAB-8AEC-1E5610F47139}"/>
              </a:ext>
            </a:extLst>
          </p:cNvPr>
          <p:cNvCxnSpPr>
            <a:cxnSpLocks/>
          </p:cNvCxnSpPr>
          <p:nvPr/>
        </p:nvCxnSpPr>
        <p:spPr>
          <a:xfrm>
            <a:off x="272161" y="-1"/>
            <a:ext cx="11856663" cy="1"/>
          </a:xfrm>
          <a:prstGeom prst="line">
            <a:avLst/>
          </a:prstGeom>
        </p:spPr>
        <p:style>
          <a:lnRef idx="1">
            <a:schemeClr val="accent1"/>
          </a:lnRef>
          <a:fillRef idx="0">
            <a:schemeClr val="accent1"/>
          </a:fillRef>
          <a:effectRef idx="0">
            <a:schemeClr val="accent1"/>
          </a:effectRef>
          <a:fontRef idx="minor">
            <a:schemeClr val="tx1"/>
          </a:fontRef>
        </p:style>
      </p:cxnSp>
      <p:sp>
        <p:nvSpPr>
          <p:cNvPr id="175" name="Flowchart: Data 174">
            <a:extLst>
              <a:ext uri="{FF2B5EF4-FFF2-40B4-BE49-F238E27FC236}">
                <a16:creationId xmlns:a16="http://schemas.microsoft.com/office/drawing/2014/main" id="{11A800A9-6161-4568-2FB6-D59248B6E768}"/>
              </a:ext>
            </a:extLst>
          </p:cNvPr>
          <p:cNvSpPr/>
          <p:nvPr/>
        </p:nvSpPr>
        <p:spPr>
          <a:xfrm>
            <a:off x="2378799" y="1206177"/>
            <a:ext cx="1371600" cy="640080"/>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Calibri" panose="020F0502020204030204"/>
                <a:ea typeface="+mn-ea"/>
                <a:cs typeface="+mn-cs"/>
              </a:rPr>
              <a:t>User Information Management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79" name="Straight Arrow Connector 178">
            <a:extLst>
              <a:ext uri="{FF2B5EF4-FFF2-40B4-BE49-F238E27FC236}">
                <a16:creationId xmlns:a16="http://schemas.microsoft.com/office/drawing/2014/main" id="{06719628-C000-3829-7A8B-7784DB3E8071}"/>
              </a:ext>
            </a:extLst>
          </p:cNvPr>
          <p:cNvCxnSpPr>
            <a:stCxn id="23" idx="2"/>
            <a:endCxn id="175" idx="1"/>
          </p:cNvCxnSpPr>
          <p:nvPr/>
        </p:nvCxnSpPr>
        <p:spPr>
          <a:xfrm>
            <a:off x="3060064" y="920767"/>
            <a:ext cx="4535" cy="2854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83B27935-1EA5-3CA8-8B6B-A273A243EA17}"/>
              </a:ext>
            </a:extLst>
          </p:cNvPr>
          <p:cNvCxnSpPr>
            <a:stCxn id="39" idx="2"/>
            <a:endCxn id="113" idx="0"/>
          </p:cNvCxnSpPr>
          <p:nvPr/>
        </p:nvCxnSpPr>
        <p:spPr>
          <a:xfrm>
            <a:off x="4709701" y="4825204"/>
            <a:ext cx="6991" cy="3879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678E082B-D25A-E2D1-ACA1-1E2614D6604E}"/>
              </a:ext>
            </a:extLst>
          </p:cNvPr>
          <p:cNvCxnSpPr>
            <a:cxnSpLocks/>
            <a:stCxn id="26" idx="2"/>
          </p:cNvCxnSpPr>
          <p:nvPr/>
        </p:nvCxnSpPr>
        <p:spPr>
          <a:xfrm>
            <a:off x="4706185" y="3864019"/>
            <a:ext cx="3516" cy="596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D448F24-1C46-7014-2061-D5D51D9BBE00}"/>
              </a:ext>
            </a:extLst>
          </p:cNvPr>
          <p:cNvCxnSpPr>
            <a:cxnSpLocks/>
            <a:stCxn id="175" idx="4"/>
            <a:endCxn id="25" idx="0"/>
          </p:cNvCxnSpPr>
          <p:nvPr/>
        </p:nvCxnSpPr>
        <p:spPr>
          <a:xfrm flipH="1">
            <a:off x="3060168" y="1846257"/>
            <a:ext cx="4431" cy="2457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66BCE0FF-8744-A0B3-08B5-2D14C7E4A81B}"/>
              </a:ext>
            </a:extLst>
          </p:cNvPr>
          <p:cNvCxnSpPr>
            <a:cxnSpLocks/>
          </p:cNvCxnSpPr>
          <p:nvPr/>
        </p:nvCxnSpPr>
        <p:spPr>
          <a:xfrm flipV="1">
            <a:off x="493764" y="425706"/>
            <a:ext cx="11784673" cy="2527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2046732"/>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cxnSp>
        <p:nvCxnSpPr>
          <p:cNvPr id="1029" name="Google Shape;1029;p1"/>
          <p:cNvCxnSpPr/>
          <p:nvPr/>
        </p:nvCxnSpPr>
        <p:spPr>
          <a:xfrm>
            <a:off x="272161" y="6818149"/>
            <a:ext cx="11916600" cy="0"/>
          </a:xfrm>
          <a:prstGeom prst="straightConnector1">
            <a:avLst/>
          </a:prstGeom>
          <a:noFill/>
          <a:ln w="9525" cap="flat" cmpd="sng">
            <a:solidFill>
              <a:schemeClr val="accent1"/>
            </a:solidFill>
            <a:prstDash val="solid"/>
            <a:miter lim="800000"/>
            <a:headEnd type="none" w="sm" len="sm"/>
            <a:tailEnd type="none" w="sm" len="sm"/>
          </a:ln>
        </p:spPr>
      </p:cxnSp>
      <p:sp>
        <p:nvSpPr>
          <p:cNvPr id="1030" name="Google Shape;1030;p1"/>
          <p:cNvSpPr txBox="1">
            <a:spLocks noGrp="1"/>
          </p:cNvSpPr>
          <p:nvPr>
            <p:ph type="title"/>
          </p:nvPr>
        </p:nvSpPr>
        <p:spPr>
          <a:xfrm>
            <a:off x="4236542" y="106489"/>
            <a:ext cx="11127300" cy="417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ct val="100000"/>
              <a:buFont typeface="Calibri"/>
              <a:buNone/>
            </a:pPr>
            <a:r>
              <a:rPr lang="en-US" sz="2133" dirty="0" smtClean="0"/>
              <a:t>                        </a:t>
            </a:r>
            <a:r>
              <a:rPr lang="en-US" sz="2133" b="1" dirty="0" smtClean="0"/>
              <a:t>ER </a:t>
            </a:r>
            <a:r>
              <a:rPr lang="en-US" sz="2133" b="1" dirty="0"/>
              <a:t>Diagram </a:t>
            </a:r>
            <a:r>
              <a:rPr lang="en-US" sz="2133" b="1" dirty="0" smtClean="0"/>
              <a:t>    </a:t>
            </a:r>
            <a:endParaRPr b="1" dirty="0"/>
          </a:p>
        </p:txBody>
      </p:sp>
      <p:sp>
        <p:nvSpPr>
          <p:cNvPr id="1031" name="Google Shape;1031;p1"/>
          <p:cNvSpPr/>
          <p:nvPr/>
        </p:nvSpPr>
        <p:spPr>
          <a:xfrm rot="5400000" flipH="1">
            <a:off x="-3077337" y="3352801"/>
            <a:ext cx="6858000" cy="152400"/>
          </a:xfrm>
          <a:prstGeom prst="rect">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933"/>
              <a:buFont typeface="Calibri"/>
              <a:buNone/>
            </a:pPr>
            <a:endParaRPr sz="933" b="0" i="0" u="none" strike="noStrike" cap="none">
              <a:solidFill>
                <a:srgbClr val="FFFFFF"/>
              </a:solidFill>
              <a:latin typeface="Arial"/>
              <a:ea typeface="Arial"/>
              <a:cs typeface="Arial"/>
              <a:sym typeface="Arial"/>
            </a:endParaRPr>
          </a:p>
        </p:txBody>
      </p:sp>
      <p:sp>
        <p:nvSpPr>
          <p:cNvPr id="1032" name="Google Shape;1032;p1"/>
          <p:cNvSpPr txBox="1"/>
          <p:nvPr/>
        </p:nvSpPr>
        <p:spPr>
          <a:xfrm>
            <a:off x="5321257" y="231963"/>
            <a:ext cx="184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Calibri"/>
              <a:ea typeface="Calibri"/>
              <a:cs typeface="Calibri"/>
              <a:sym typeface="Calibri"/>
            </a:endParaRPr>
          </a:p>
        </p:txBody>
      </p:sp>
      <p:cxnSp>
        <p:nvCxnSpPr>
          <p:cNvPr id="1033" name="Google Shape;1033;p1"/>
          <p:cNvCxnSpPr/>
          <p:nvPr/>
        </p:nvCxnSpPr>
        <p:spPr>
          <a:xfrm>
            <a:off x="272161" y="-5172"/>
            <a:ext cx="11856600" cy="0"/>
          </a:xfrm>
          <a:prstGeom prst="straightConnector1">
            <a:avLst/>
          </a:prstGeom>
          <a:noFill/>
          <a:ln w="9525" cap="flat" cmpd="sng">
            <a:solidFill>
              <a:schemeClr val="accent1"/>
            </a:solidFill>
            <a:prstDash val="solid"/>
            <a:miter lim="800000"/>
            <a:headEnd type="none" w="sm" len="sm"/>
            <a:tailEnd type="none" w="sm" len="sm"/>
          </a:ln>
        </p:spPr>
      </p:cxnSp>
      <p:sp>
        <p:nvSpPr>
          <p:cNvPr id="1034" name="Google Shape;1034;p1"/>
          <p:cNvSpPr/>
          <p:nvPr/>
        </p:nvSpPr>
        <p:spPr>
          <a:xfrm>
            <a:off x="4169472" y="2052351"/>
            <a:ext cx="1470000" cy="792600"/>
          </a:xfrm>
          <a:prstGeom prst="flowChartAlternateProcess">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a:solidFill>
                  <a:srgbClr val="FFFFFF"/>
                </a:solidFill>
                <a:latin typeface="Calibri"/>
                <a:ea typeface="Calibri"/>
                <a:cs typeface="Calibri"/>
                <a:sym typeface="Calibri"/>
              </a:rPr>
              <a:t>User </a:t>
            </a:r>
            <a:endParaRPr/>
          </a:p>
        </p:txBody>
      </p:sp>
      <p:sp>
        <p:nvSpPr>
          <p:cNvPr id="1035" name="Google Shape;1035;p1"/>
          <p:cNvSpPr/>
          <p:nvPr/>
        </p:nvSpPr>
        <p:spPr>
          <a:xfrm>
            <a:off x="4169472" y="4095363"/>
            <a:ext cx="1470000" cy="792600"/>
          </a:xfrm>
          <a:prstGeom prst="flowChartAlternateProcess">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a:solidFill>
                  <a:srgbClr val="FFFFFF"/>
                </a:solidFill>
                <a:latin typeface="Calibri"/>
                <a:ea typeface="Calibri"/>
                <a:cs typeface="Calibri"/>
                <a:sym typeface="Calibri"/>
              </a:rPr>
              <a:t>FORM </a:t>
            </a:r>
            <a:endParaRPr/>
          </a:p>
        </p:txBody>
      </p:sp>
      <p:sp>
        <p:nvSpPr>
          <p:cNvPr id="1036" name="Google Shape;1036;p1"/>
          <p:cNvSpPr/>
          <p:nvPr/>
        </p:nvSpPr>
        <p:spPr>
          <a:xfrm>
            <a:off x="9413160" y="4786618"/>
            <a:ext cx="1470000" cy="792600"/>
          </a:xfrm>
          <a:prstGeom prst="flowChartAlternateProcess">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ADMIN</a:t>
            </a:r>
            <a:r>
              <a:rPr lang="en-US" sz="1400" b="0" i="0" u="none" strike="noStrike" cap="none">
                <a:solidFill>
                  <a:srgbClr val="FFFFFF"/>
                </a:solidFill>
                <a:latin typeface="Calibri"/>
                <a:ea typeface="Calibri"/>
                <a:cs typeface="Calibri"/>
                <a:sym typeface="Calibri"/>
              </a:rPr>
              <a:t> </a:t>
            </a:r>
            <a:endParaRPr/>
          </a:p>
        </p:txBody>
      </p:sp>
      <p:sp>
        <p:nvSpPr>
          <p:cNvPr id="1037" name="Google Shape;1037;p1"/>
          <p:cNvSpPr/>
          <p:nvPr/>
        </p:nvSpPr>
        <p:spPr>
          <a:xfrm>
            <a:off x="2348088" y="1894517"/>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USER_NAME</a:t>
            </a:r>
            <a:endParaRPr/>
          </a:p>
        </p:txBody>
      </p:sp>
      <p:sp>
        <p:nvSpPr>
          <p:cNvPr id="1038" name="Google Shape;1038;p1"/>
          <p:cNvSpPr/>
          <p:nvPr/>
        </p:nvSpPr>
        <p:spPr>
          <a:xfrm>
            <a:off x="3010873" y="1008790"/>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sng" strike="noStrike" cap="none">
                <a:solidFill>
                  <a:srgbClr val="FFFFFF"/>
                </a:solidFill>
                <a:latin typeface="Calibri"/>
                <a:ea typeface="Calibri"/>
                <a:cs typeface="Calibri"/>
                <a:sym typeface="Calibri"/>
              </a:rPr>
              <a:t>USER_ID</a:t>
            </a:r>
            <a:endParaRPr/>
          </a:p>
        </p:txBody>
      </p:sp>
      <p:sp>
        <p:nvSpPr>
          <p:cNvPr id="1039" name="Google Shape;1039;p1"/>
          <p:cNvSpPr/>
          <p:nvPr/>
        </p:nvSpPr>
        <p:spPr>
          <a:xfrm>
            <a:off x="4339808" y="668221"/>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sng" strike="noStrike" cap="none">
                <a:solidFill>
                  <a:srgbClr val="FFFFFF"/>
                </a:solidFill>
                <a:latin typeface="Calibri"/>
                <a:ea typeface="Calibri"/>
                <a:cs typeface="Calibri"/>
                <a:sym typeface="Calibri"/>
              </a:rPr>
              <a:t>CONTACT NUMBER</a:t>
            </a:r>
            <a:endParaRPr/>
          </a:p>
        </p:txBody>
      </p:sp>
      <p:sp>
        <p:nvSpPr>
          <p:cNvPr id="1040" name="Google Shape;1040;p1"/>
          <p:cNvSpPr/>
          <p:nvPr/>
        </p:nvSpPr>
        <p:spPr>
          <a:xfrm>
            <a:off x="5743518" y="1025325"/>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EMAIL</a:t>
            </a:r>
            <a:endParaRPr/>
          </a:p>
        </p:txBody>
      </p:sp>
      <p:sp>
        <p:nvSpPr>
          <p:cNvPr id="1041" name="Google Shape;1041;p1"/>
          <p:cNvSpPr/>
          <p:nvPr/>
        </p:nvSpPr>
        <p:spPr>
          <a:xfrm>
            <a:off x="6331528" y="1858300"/>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PASSWORD</a:t>
            </a:r>
            <a:endParaRPr/>
          </a:p>
        </p:txBody>
      </p:sp>
      <p:sp>
        <p:nvSpPr>
          <p:cNvPr id="1042" name="Google Shape;1042;p1"/>
          <p:cNvSpPr/>
          <p:nvPr/>
        </p:nvSpPr>
        <p:spPr>
          <a:xfrm>
            <a:off x="2676829" y="5394039"/>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EMERGRCY CONTACT</a:t>
            </a:r>
            <a:endParaRPr/>
          </a:p>
        </p:txBody>
      </p:sp>
      <p:sp>
        <p:nvSpPr>
          <p:cNvPr id="1043" name="Google Shape;1043;p1"/>
          <p:cNvSpPr/>
          <p:nvPr/>
        </p:nvSpPr>
        <p:spPr>
          <a:xfrm>
            <a:off x="2047066" y="4529626"/>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NAME</a:t>
            </a:r>
            <a:endParaRPr/>
          </a:p>
        </p:txBody>
      </p:sp>
      <p:sp>
        <p:nvSpPr>
          <p:cNvPr id="1044" name="Google Shape;1044;p1"/>
          <p:cNvSpPr/>
          <p:nvPr/>
        </p:nvSpPr>
        <p:spPr>
          <a:xfrm>
            <a:off x="3712150" y="5882586"/>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EMAIL</a:t>
            </a:r>
            <a:r>
              <a:rPr lang="en-US" sz="1200" b="0" i="0" u="none" strike="noStrike" cap="none">
                <a:solidFill>
                  <a:srgbClr val="FFFFFF"/>
                </a:solidFill>
                <a:latin typeface="Calibri"/>
                <a:ea typeface="Calibri"/>
                <a:cs typeface="Calibri"/>
                <a:sym typeface="Calibri"/>
              </a:rPr>
              <a:t> </a:t>
            </a:r>
            <a:r>
              <a:rPr lang="en-US" sz="1000" b="0" i="0" u="none" strike="noStrike" cap="none">
                <a:solidFill>
                  <a:srgbClr val="FFFFFF"/>
                </a:solidFill>
                <a:latin typeface="Calibri"/>
                <a:ea typeface="Calibri"/>
                <a:cs typeface="Calibri"/>
                <a:sym typeface="Calibri"/>
              </a:rPr>
              <a:t>ADDRESS</a:t>
            </a:r>
            <a:endParaRPr/>
          </a:p>
        </p:txBody>
      </p:sp>
      <p:sp>
        <p:nvSpPr>
          <p:cNvPr id="1045" name="Google Shape;1045;p1"/>
          <p:cNvSpPr/>
          <p:nvPr/>
        </p:nvSpPr>
        <p:spPr>
          <a:xfrm>
            <a:off x="6297812" y="5398948"/>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FAMILY</a:t>
            </a:r>
            <a:r>
              <a:rPr lang="en-US" sz="1200" b="0" i="0" u="none" strike="noStrike" cap="none">
                <a:solidFill>
                  <a:srgbClr val="FFFFFF"/>
                </a:solidFill>
                <a:latin typeface="Calibri"/>
                <a:ea typeface="Calibri"/>
                <a:cs typeface="Calibri"/>
                <a:sym typeface="Calibri"/>
              </a:rPr>
              <a:t> </a:t>
            </a:r>
            <a:r>
              <a:rPr lang="en-US" sz="1000" b="0" i="0" u="none" strike="noStrike" cap="none">
                <a:solidFill>
                  <a:srgbClr val="FFFFFF"/>
                </a:solidFill>
                <a:latin typeface="Calibri"/>
                <a:ea typeface="Calibri"/>
                <a:cs typeface="Calibri"/>
                <a:sym typeface="Calibri"/>
              </a:rPr>
              <a:t>DOCTOR</a:t>
            </a:r>
            <a:r>
              <a:rPr lang="en-US" sz="1200" b="0" i="0" u="none" strike="noStrike" cap="none">
                <a:solidFill>
                  <a:srgbClr val="FFFFFF"/>
                </a:solidFill>
                <a:latin typeface="Calibri"/>
                <a:ea typeface="Calibri"/>
                <a:cs typeface="Calibri"/>
                <a:sym typeface="Calibri"/>
              </a:rPr>
              <a:t> </a:t>
            </a:r>
            <a:r>
              <a:rPr lang="en-US" sz="1000" b="0" i="0" u="none" strike="noStrike" cap="none">
                <a:solidFill>
                  <a:srgbClr val="FFFFFF"/>
                </a:solidFill>
                <a:latin typeface="Calibri"/>
                <a:ea typeface="Calibri"/>
                <a:cs typeface="Calibri"/>
                <a:sym typeface="Calibri"/>
              </a:rPr>
              <a:t>CONTACT</a:t>
            </a:r>
            <a:endParaRPr/>
          </a:p>
        </p:txBody>
      </p:sp>
      <p:sp>
        <p:nvSpPr>
          <p:cNvPr id="1046" name="Google Shape;1046;p1"/>
          <p:cNvSpPr/>
          <p:nvPr/>
        </p:nvSpPr>
        <p:spPr>
          <a:xfrm>
            <a:off x="5227445" y="5892723"/>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BLOOD</a:t>
            </a:r>
            <a:r>
              <a:rPr lang="en-US" sz="1200" b="0" i="0" u="none" strike="noStrike" cap="none">
                <a:solidFill>
                  <a:srgbClr val="FFFFFF"/>
                </a:solidFill>
                <a:latin typeface="Calibri"/>
                <a:ea typeface="Calibri"/>
                <a:cs typeface="Calibri"/>
                <a:sym typeface="Calibri"/>
              </a:rPr>
              <a:t> </a:t>
            </a:r>
            <a:r>
              <a:rPr lang="en-US" sz="1000" b="0" i="0" u="none" strike="noStrike" cap="none">
                <a:solidFill>
                  <a:srgbClr val="FFFFFF"/>
                </a:solidFill>
                <a:latin typeface="Calibri"/>
                <a:ea typeface="Calibri"/>
                <a:cs typeface="Calibri"/>
                <a:sym typeface="Calibri"/>
              </a:rPr>
              <a:t>GROUP</a:t>
            </a:r>
            <a:endParaRPr/>
          </a:p>
        </p:txBody>
      </p:sp>
      <p:sp>
        <p:nvSpPr>
          <p:cNvPr id="1047" name="Google Shape;1047;p1"/>
          <p:cNvSpPr/>
          <p:nvPr/>
        </p:nvSpPr>
        <p:spPr>
          <a:xfrm>
            <a:off x="6663293" y="4544129"/>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CONTACT</a:t>
            </a:r>
            <a:endParaRPr/>
          </a:p>
        </p:txBody>
      </p:sp>
      <p:sp>
        <p:nvSpPr>
          <p:cNvPr id="1048" name="Google Shape;1048;p1"/>
          <p:cNvSpPr/>
          <p:nvPr/>
        </p:nvSpPr>
        <p:spPr>
          <a:xfrm>
            <a:off x="8619438" y="5874103"/>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sng" strike="noStrike" cap="none">
                <a:solidFill>
                  <a:srgbClr val="FFFFFF"/>
                </a:solidFill>
                <a:latin typeface="Calibri"/>
                <a:ea typeface="Calibri"/>
                <a:cs typeface="Calibri"/>
                <a:sym typeface="Calibri"/>
              </a:rPr>
              <a:t>EMAIL</a:t>
            </a:r>
            <a:endParaRPr/>
          </a:p>
        </p:txBody>
      </p:sp>
      <p:sp>
        <p:nvSpPr>
          <p:cNvPr id="1049" name="Google Shape;1049;p1"/>
          <p:cNvSpPr/>
          <p:nvPr/>
        </p:nvSpPr>
        <p:spPr>
          <a:xfrm>
            <a:off x="10406307" y="5775388"/>
            <a:ext cx="1129500" cy="7611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PASSWORD</a:t>
            </a:r>
            <a:endParaRPr/>
          </a:p>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rgbClr val="FFFFFF"/>
              </a:solidFill>
              <a:latin typeface="Calibri"/>
              <a:ea typeface="Calibri"/>
              <a:cs typeface="Calibri"/>
              <a:sym typeface="Calibri"/>
            </a:endParaRPr>
          </a:p>
        </p:txBody>
      </p:sp>
      <p:sp>
        <p:nvSpPr>
          <p:cNvPr id="1050" name="Google Shape;1050;p1"/>
          <p:cNvSpPr/>
          <p:nvPr/>
        </p:nvSpPr>
        <p:spPr>
          <a:xfrm>
            <a:off x="4464277" y="3088550"/>
            <a:ext cx="884759" cy="654534"/>
          </a:xfrm>
          <a:prstGeom prst="flowChartDecision">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FILL</a:t>
            </a:r>
            <a:endParaRPr sz="1100" b="1" i="0" u="none" strike="noStrike" cap="none">
              <a:solidFill>
                <a:srgbClr val="FFFFFF"/>
              </a:solidFill>
              <a:latin typeface="Calibri"/>
              <a:ea typeface="Calibri"/>
              <a:cs typeface="Calibri"/>
              <a:sym typeface="Calibri"/>
            </a:endParaRPr>
          </a:p>
        </p:txBody>
      </p:sp>
      <p:sp>
        <p:nvSpPr>
          <p:cNvPr id="1051" name="Google Shape;1051;p1"/>
          <p:cNvSpPr/>
          <p:nvPr/>
        </p:nvSpPr>
        <p:spPr>
          <a:xfrm>
            <a:off x="9451310" y="3517212"/>
            <a:ext cx="1344509" cy="951179"/>
          </a:xfrm>
          <a:prstGeom prst="flowChartDecision">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alibri"/>
              <a:buNone/>
            </a:pPr>
            <a:r>
              <a:rPr lang="en-US" sz="1000" b="0" i="0" u="none" strike="noStrike" cap="none" dirty="0">
                <a:solidFill>
                  <a:srgbClr val="FFFFFF"/>
                </a:solidFill>
                <a:latin typeface="Calibri"/>
                <a:ea typeface="Calibri"/>
                <a:cs typeface="Calibri"/>
                <a:sym typeface="Calibri"/>
              </a:rPr>
              <a:t>MANAGE</a:t>
            </a:r>
            <a:endParaRPr sz="1000" b="1" i="0" u="none" strike="noStrike" cap="none" dirty="0">
              <a:solidFill>
                <a:srgbClr val="FFFFFF"/>
              </a:solidFill>
              <a:latin typeface="Calibri"/>
              <a:ea typeface="Calibri"/>
              <a:cs typeface="Calibri"/>
              <a:sym typeface="Calibri"/>
            </a:endParaRPr>
          </a:p>
        </p:txBody>
      </p:sp>
      <p:cxnSp>
        <p:nvCxnSpPr>
          <p:cNvPr id="1052" name="Google Shape;1052;p1"/>
          <p:cNvCxnSpPr>
            <a:stCxn id="1035" idx="3"/>
            <a:endCxn id="1051" idx="0"/>
          </p:cNvCxnSpPr>
          <p:nvPr/>
        </p:nvCxnSpPr>
        <p:spPr>
          <a:xfrm flipV="1">
            <a:off x="5639472" y="3517212"/>
            <a:ext cx="4484093" cy="974451"/>
          </a:xfrm>
          <a:prstGeom prst="bentConnector4">
            <a:avLst>
              <a:gd name="adj1" fmla="val 42504"/>
              <a:gd name="adj2" fmla="val 123459"/>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053" name="Google Shape;1053;p1"/>
          <p:cNvCxnSpPr>
            <a:stCxn id="1034" idx="2"/>
            <a:endCxn id="1050" idx="0"/>
          </p:cNvCxnSpPr>
          <p:nvPr/>
        </p:nvCxnSpPr>
        <p:spPr>
          <a:xfrm>
            <a:off x="4904472" y="2844951"/>
            <a:ext cx="2100" cy="243600"/>
          </a:xfrm>
          <a:prstGeom prst="straightConnector1">
            <a:avLst/>
          </a:prstGeom>
          <a:noFill/>
          <a:ln w="9525" cap="flat" cmpd="sng">
            <a:solidFill>
              <a:schemeClr val="dk1"/>
            </a:solidFill>
            <a:prstDash val="dash"/>
            <a:round/>
            <a:headEnd type="none" w="sm" len="sm"/>
            <a:tailEnd type="none" w="sm" len="sm"/>
          </a:ln>
        </p:spPr>
      </p:cxnSp>
      <p:cxnSp>
        <p:nvCxnSpPr>
          <p:cNvPr id="1054" name="Google Shape;1054;p1"/>
          <p:cNvCxnSpPr>
            <a:stCxn id="1050" idx="2"/>
            <a:endCxn id="1035" idx="0"/>
          </p:cNvCxnSpPr>
          <p:nvPr/>
        </p:nvCxnSpPr>
        <p:spPr>
          <a:xfrm flipH="1">
            <a:off x="4904557" y="3743084"/>
            <a:ext cx="2100" cy="352200"/>
          </a:xfrm>
          <a:prstGeom prst="straightConnector1">
            <a:avLst/>
          </a:prstGeom>
          <a:noFill/>
          <a:ln w="9525" cap="flat" cmpd="sng">
            <a:solidFill>
              <a:schemeClr val="dk1"/>
            </a:solidFill>
            <a:prstDash val="dash"/>
            <a:round/>
            <a:headEnd type="none" w="sm" len="sm"/>
            <a:tailEnd type="none" w="sm" len="sm"/>
          </a:ln>
        </p:spPr>
      </p:cxnSp>
      <p:cxnSp>
        <p:nvCxnSpPr>
          <p:cNvPr id="1055" name="Google Shape;1055;p1"/>
          <p:cNvCxnSpPr>
            <a:stCxn id="1037" idx="5"/>
            <a:endCxn id="1034" idx="1"/>
          </p:cNvCxnSpPr>
          <p:nvPr/>
        </p:nvCxnSpPr>
        <p:spPr>
          <a:xfrm rot="10800000" flipH="1">
            <a:off x="3312177" y="2448756"/>
            <a:ext cx="857400" cy="95400"/>
          </a:xfrm>
          <a:prstGeom prst="straightConnector1">
            <a:avLst/>
          </a:prstGeom>
          <a:noFill/>
          <a:ln w="9525" cap="flat" cmpd="sng">
            <a:solidFill>
              <a:schemeClr val="accent1"/>
            </a:solidFill>
            <a:prstDash val="solid"/>
            <a:miter lim="800000"/>
            <a:headEnd type="none" w="sm" len="sm"/>
            <a:tailEnd type="none" w="sm" len="sm"/>
          </a:ln>
        </p:spPr>
      </p:cxnSp>
      <p:cxnSp>
        <p:nvCxnSpPr>
          <p:cNvPr id="1056" name="Google Shape;1056;p1"/>
          <p:cNvCxnSpPr>
            <a:stCxn id="1038" idx="5"/>
          </p:cNvCxnSpPr>
          <p:nvPr/>
        </p:nvCxnSpPr>
        <p:spPr>
          <a:xfrm>
            <a:off x="3974962" y="1658429"/>
            <a:ext cx="232500" cy="365100"/>
          </a:xfrm>
          <a:prstGeom prst="straightConnector1">
            <a:avLst/>
          </a:prstGeom>
          <a:noFill/>
          <a:ln w="9525" cap="flat" cmpd="sng">
            <a:solidFill>
              <a:schemeClr val="accent1"/>
            </a:solidFill>
            <a:prstDash val="solid"/>
            <a:miter lim="800000"/>
            <a:headEnd type="none" w="sm" len="sm"/>
            <a:tailEnd type="none" w="sm" len="sm"/>
          </a:ln>
        </p:spPr>
      </p:cxnSp>
      <p:cxnSp>
        <p:nvCxnSpPr>
          <p:cNvPr id="1057" name="Google Shape;1057;p1"/>
          <p:cNvCxnSpPr>
            <a:stCxn id="1039" idx="4"/>
            <a:endCxn id="1034" idx="0"/>
          </p:cNvCxnSpPr>
          <p:nvPr/>
        </p:nvCxnSpPr>
        <p:spPr>
          <a:xfrm>
            <a:off x="4904558" y="1429321"/>
            <a:ext cx="0" cy="623100"/>
          </a:xfrm>
          <a:prstGeom prst="straightConnector1">
            <a:avLst/>
          </a:prstGeom>
          <a:noFill/>
          <a:ln w="9525" cap="flat" cmpd="sng">
            <a:solidFill>
              <a:schemeClr val="accent1"/>
            </a:solidFill>
            <a:prstDash val="solid"/>
            <a:miter lim="800000"/>
            <a:headEnd type="none" w="sm" len="sm"/>
            <a:tailEnd type="none" w="sm" len="sm"/>
          </a:ln>
        </p:spPr>
      </p:cxnSp>
      <p:cxnSp>
        <p:nvCxnSpPr>
          <p:cNvPr id="1058" name="Google Shape;1058;p1"/>
          <p:cNvCxnSpPr>
            <a:stCxn id="1040" idx="3"/>
          </p:cNvCxnSpPr>
          <p:nvPr/>
        </p:nvCxnSpPr>
        <p:spPr>
          <a:xfrm flipH="1">
            <a:off x="5469129" y="1674964"/>
            <a:ext cx="439800" cy="377400"/>
          </a:xfrm>
          <a:prstGeom prst="straightConnector1">
            <a:avLst/>
          </a:prstGeom>
          <a:noFill/>
          <a:ln w="9525" cap="flat" cmpd="sng">
            <a:solidFill>
              <a:schemeClr val="accent1"/>
            </a:solidFill>
            <a:prstDash val="solid"/>
            <a:miter lim="800000"/>
            <a:headEnd type="none" w="sm" len="sm"/>
            <a:tailEnd type="none" w="sm" len="sm"/>
          </a:ln>
        </p:spPr>
      </p:cxnSp>
      <p:cxnSp>
        <p:nvCxnSpPr>
          <p:cNvPr id="1059" name="Google Shape;1059;p1"/>
          <p:cNvCxnSpPr>
            <a:stCxn id="1041" idx="2"/>
            <a:endCxn id="1034" idx="3"/>
          </p:cNvCxnSpPr>
          <p:nvPr/>
        </p:nvCxnSpPr>
        <p:spPr>
          <a:xfrm flipH="1">
            <a:off x="5639428" y="2238850"/>
            <a:ext cx="692100" cy="209700"/>
          </a:xfrm>
          <a:prstGeom prst="straightConnector1">
            <a:avLst/>
          </a:prstGeom>
          <a:noFill/>
          <a:ln w="9525" cap="flat" cmpd="sng">
            <a:solidFill>
              <a:schemeClr val="accent1"/>
            </a:solidFill>
            <a:prstDash val="solid"/>
            <a:miter lim="800000"/>
            <a:headEnd type="none" w="sm" len="sm"/>
            <a:tailEnd type="none" w="sm" len="sm"/>
          </a:ln>
        </p:spPr>
      </p:cxnSp>
      <p:cxnSp>
        <p:nvCxnSpPr>
          <p:cNvPr id="1060" name="Google Shape;1060;p1"/>
          <p:cNvCxnSpPr>
            <a:stCxn id="1035" idx="1"/>
          </p:cNvCxnSpPr>
          <p:nvPr/>
        </p:nvCxnSpPr>
        <p:spPr>
          <a:xfrm flipH="1">
            <a:off x="3176472" y="4491663"/>
            <a:ext cx="993000" cy="364200"/>
          </a:xfrm>
          <a:prstGeom prst="straightConnector1">
            <a:avLst/>
          </a:prstGeom>
          <a:noFill/>
          <a:ln w="9525" cap="flat" cmpd="sng">
            <a:solidFill>
              <a:schemeClr val="accent1"/>
            </a:solidFill>
            <a:prstDash val="solid"/>
            <a:miter lim="800000"/>
            <a:headEnd type="none" w="sm" len="sm"/>
            <a:tailEnd type="none" w="sm" len="sm"/>
          </a:ln>
        </p:spPr>
      </p:cxnSp>
      <p:cxnSp>
        <p:nvCxnSpPr>
          <p:cNvPr id="1061" name="Google Shape;1061;p1"/>
          <p:cNvCxnSpPr>
            <a:endCxn id="1042" idx="7"/>
          </p:cNvCxnSpPr>
          <p:nvPr/>
        </p:nvCxnSpPr>
        <p:spPr>
          <a:xfrm flipH="1">
            <a:off x="3640918" y="4856000"/>
            <a:ext cx="595800" cy="649500"/>
          </a:xfrm>
          <a:prstGeom prst="straightConnector1">
            <a:avLst/>
          </a:prstGeom>
          <a:noFill/>
          <a:ln w="9525" cap="flat" cmpd="sng">
            <a:solidFill>
              <a:schemeClr val="accent1"/>
            </a:solidFill>
            <a:prstDash val="solid"/>
            <a:miter lim="800000"/>
            <a:headEnd type="none" w="sm" len="sm"/>
            <a:tailEnd type="none" w="sm" len="sm"/>
          </a:ln>
        </p:spPr>
      </p:cxnSp>
      <p:cxnSp>
        <p:nvCxnSpPr>
          <p:cNvPr id="1062" name="Google Shape;1062;p1"/>
          <p:cNvCxnSpPr>
            <a:stCxn id="1035" idx="2"/>
            <a:endCxn id="1044" idx="0"/>
          </p:cNvCxnSpPr>
          <p:nvPr/>
        </p:nvCxnSpPr>
        <p:spPr>
          <a:xfrm flipH="1">
            <a:off x="4276872" y="4887963"/>
            <a:ext cx="627600" cy="994500"/>
          </a:xfrm>
          <a:prstGeom prst="straightConnector1">
            <a:avLst/>
          </a:prstGeom>
          <a:noFill/>
          <a:ln w="9525" cap="flat" cmpd="sng">
            <a:solidFill>
              <a:schemeClr val="accent1"/>
            </a:solidFill>
            <a:prstDash val="solid"/>
            <a:miter lim="800000"/>
            <a:headEnd type="none" w="sm" len="sm"/>
            <a:tailEnd type="none" w="sm" len="sm"/>
          </a:ln>
        </p:spPr>
      </p:cxnSp>
      <p:cxnSp>
        <p:nvCxnSpPr>
          <p:cNvPr id="1063" name="Google Shape;1063;p1"/>
          <p:cNvCxnSpPr>
            <a:endCxn id="1046" idx="0"/>
          </p:cNvCxnSpPr>
          <p:nvPr/>
        </p:nvCxnSpPr>
        <p:spPr>
          <a:xfrm>
            <a:off x="5227595" y="4855923"/>
            <a:ext cx="564600" cy="1036800"/>
          </a:xfrm>
          <a:prstGeom prst="straightConnector1">
            <a:avLst/>
          </a:prstGeom>
          <a:noFill/>
          <a:ln w="9525" cap="flat" cmpd="sng">
            <a:solidFill>
              <a:schemeClr val="accent1"/>
            </a:solidFill>
            <a:prstDash val="solid"/>
            <a:miter lim="800000"/>
            <a:headEnd type="none" w="sm" len="sm"/>
            <a:tailEnd type="none" w="sm" len="sm"/>
          </a:ln>
        </p:spPr>
      </p:cxnSp>
      <p:cxnSp>
        <p:nvCxnSpPr>
          <p:cNvPr id="1064" name="Google Shape;1064;p1"/>
          <p:cNvCxnSpPr>
            <a:endCxn id="1045" idx="1"/>
          </p:cNvCxnSpPr>
          <p:nvPr/>
        </p:nvCxnSpPr>
        <p:spPr>
          <a:xfrm>
            <a:off x="5591123" y="4851009"/>
            <a:ext cx="872100" cy="659400"/>
          </a:xfrm>
          <a:prstGeom prst="straightConnector1">
            <a:avLst/>
          </a:prstGeom>
          <a:noFill/>
          <a:ln w="9525" cap="flat" cmpd="sng">
            <a:solidFill>
              <a:schemeClr val="accent1"/>
            </a:solidFill>
            <a:prstDash val="solid"/>
            <a:miter lim="800000"/>
            <a:headEnd type="none" w="sm" len="sm"/>
            <a:tailEnd type="none" w="sm" len="sm"/>
          </a:ln>
        </p:spPr>
      </p:cxnSp>
      <p:cxnSp>
        <p:nvCxnSpPr>
          <p:cNvPr id="1065" name="Google Shape;1065;p1"/>
          <p:cNvCxnSpPr>
            <a:endCxn id="1047" idx="2"/>
          </p:cNvCxnSpPr>
          <p:nvPr/>
        </p:nvCxnSpPr>
        <p:spPr>
          <a:xfrm>
            <a:off x="5609693" y="4637879"/>
            <a:ext cx="1053600" cy="286800"/>
          </a:xfrm>
          <a:prstGeom prst="straightConnector1">
            <a:avLst/>
          </a:prstGeom>
          <a:noFill/>
          <a:ln w="9525" cap="flat" cmpd="sng">
            <a:solidFill>
              <a:schemeClr val="accent1"/>
            </a:solidFill>
            <a:prstDash val="solid"/>
            <a:miter lim="800000"/>
            <a:headEnd type="none" w="sm" len="sm"/>
            <a:tailEnd type="none" w="sm" len="sm"/>
          </a:ln>
        </p:spPr>
      </p:cxnSp>
      <p:cxnSp>
        <p:nvCxnSpPr>
          <p:cNvPr id="1066" name="Google Shape;1066;p1"/>
          <p:cNvCxnSpPr>
            <a:stCxn id="1051" idx="2"/>
            <a:endCxn id="1036" idx="0"/>
          </p:cNvCxnSpPr>
          <p:nvPr/>
        </p:nvCxnSpPr>
        <p:spPr>
          <a:xfrm>
            <a:off x="10123565" y="4468391"/>
            <a:ext cx="24595" cy="318227"/>
          </a:xfrm>
          <a:prstGeom prst="straightConnector1">
            <a:avLst/>
          </a:prstGeom>
          <a:noFill/>
          <a:ln w="9525" cap="flat" cmpd="sng">
            <a:solidFill>
              <a:schemeClr val="accent1"/>
            </a:solidFill>
            <a:prstDash val="solid"/>
            <a:miter lim="800000"/>
            <a:headEnd type="none" w="sm" len="sm"/>
            <a:tailEnd type="none" w="sm" len="sm"/>
          </a:ln>
        </p:spPr>
      </p:cxnSp>
      <p:cxnSp>
        <p:nvCxnSpPr>
          <p:cNvPr id="1067" name="Google Shape;1067;p1"/>
          <p:cNvCxnSpPr>
            <a:stCxn id="1036" idx="2"/>
            <a:endCxn id="1049" idx="1"/>
          </p:cNvCxnSpPr>
          <p:nvPr/>
        </p:nvCxnSpPr>
        <p:spPr>
          <a:xfrm>
            <a:off x="10148160" y="5579218"/>
            <a:ext cx="423600" cy="307500"/>
          </a:xfrm>
          <a:prstGeom prst="straightConnector1">
            <a:avLst/>
          </a:prstGeom>
          <a:noFill/>
          <a:ln w="9525" cap="flat" cmpd="sng">
            <a:solidFill>
              <a:schemeClr val="accent1"/>
            </a:solidFill>
            <a:prstDash val="solid"/>
            <a:miter lim="800000"/>
            <a:headEnd type="none" w="sm" len="sm"/>
            <a:tailEnd type="none" w="sm" len="sm"/>
          </a:ln>
        </p:spPr>
      </p:cxnSp>
      <p:cxnSp>
        <p:nvCxnSpPr>
          <p:cNvPr id="1068" name="Google Shape;1068;p1"/>
          <p:cNvCxnSpPr>
            <a:stCxn id="1036" idx="2"/>
            <a:endCxn id="1048" idx="7"/>
          </p:cNvCxnSpPr>
          <p:nvPr/>
        </p:nvCxnSpPr>
        <p:spPr>
          <a:xfrm flipH="1">
            <a:off x="9583560" y="5579218"/>
            <a:ext cx="564600" cy="406200"/>
          </a:xfrm>
          <a:prstGeom prst="straightConnector1">
            <a:avLst/>
          </a:prstGeom>
          <a:noFill/>
          <a:ln w="9525" cap="flat" cmpd="sng">
            <a:solidFill>
              <a:schemeClr val="accent1"/>
            </a:solidFill>
            <a:prstDash val="solid"/>
            <a:miter lim="800000"/>
            <a:headEnd type="none" w="sm" len="sm"/>
            <a:tailEnd type="none" w="sm" len="sm"/>
          </a:ln>
        </p:spPr>
      </p:cxnSp>
      <p:sp>
        <p:nvSpPr>
          <p:cNvPr id="1069" name="Google Shape;1069;p1"/>
          <p:cNvSpPr txBox="1"/>
          <p:nvPr/>
        </p:nvSpPr>
        <p:spPr>
          <a:xfrm>
            <a:off x="4095545" y="3804036"/>
            <a:ext cx="11727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Calibri"/>
              <a:buNone/>
            </a:pPr>
            <a:r>
              <a:rPr lang="en-US" sz="1200" b="1" i="0" u="none" strike="noStrike" cap="none">
                <a:solidFill>
                  <a:srgbClr val="1E4E79"/>
                </a:solidFill>
                <a:latin typeface="Calibri"/>
                <a:ea typeface="Calibri"/>
                <a:cs typeface="Calibri"/>
                <a:sym typeface="Calibri"/>
              </a:rPr>
              <a:t>1</a:t>
            </a:r>
            <a:endParaRPr/>
          </a:p>
          <a:p>
            <a:pPr marL="0" marR="0" lvl="0" indent="0" algn="l" rtl="0">
              <a:lnSpc>
                <a:spcPct val="100000"/>
              </a:lnSpc>
              <a:spcBef>
                <a:spcPts val="0"/>
              </a:spcBef>
              <a:spcAft>
                <a:spcPts val="0"/>
              </a:spcAft>
              <a:buClr>
                <a:schemeClr val="dk1"/>
              </a:buClr>
              <a:buSzPts val="800"/>
              <a:buFont typeface="Calibri"/>
              <a:buNone/>
            </a:pPr>
            <a:endParaRPr sz="800" b="1" i="0" u="none" strike="noStrike" cap="none">
              <a:solidFill>
                <a:srgbClr val="282828"/>
              </a:solidFill>
              <a:latin typeface="Arial"/>
              <a:ea typeface="Arial"/>
              <a:cs typeface="Arial"/>
              <a:sym typeface="Arial"/>
            </a:endParaRPr>
          </a:p>
        </p:txBody>
      </p:sp>
      <p:sp>
        <p:nvSpPr>
          <p:cNvPr id="1070" name="Google Shape;1070;p1"/>
          <p:cNvSpPr txBox="1"/>
          <p:nvPr/>
        </p:nvSpPr>
        <p:spPr>
          <a:xfrm>
            <a:off x="5389248" y="4055479"/>
            <a:ext cx="11727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Calibri"/>
              <a:buNone/>
            </a:pPr>
            <a:r>
              <a:rPr lang="en-US" sz="1200" b="1" i="0" u="none" strike="noStrike" cap="none">
                <a:solidFill>
                  <a:srgbClr val="1E4E79"/>
                </a:solidFill>
                <a:latin typeface="Calibri"/>
                <a:ea typeface="Calibri"/>
                <a:cs typeface="Calibri"/>
                <a:sym typeface="Calibri"/>
              </a:rPr>
              <a:t>N</a:t>
            </a:r>
            <a:endParaRPr/>
          </a:p>
          <a:p>
            <a:pPr marL="0" marR="0" lvl="0" indent="0" algn="l" rtl="0">
              <a:lnSpc>
                <a:spcPct val="100000"/>
              </a:lnSpc>
              <a:spcBef>
                <a:spcPts val="0"/>
              </a:spcBef>
              <a:spcAft>
                <a:spcPts val="0"/>
              </a:spcAft>
              <a:buClr>
                <a:schemeClr val="dk1"/>
              </a:buClr>
              <a:buSzPts val="800"/>
              <a:buFont typeface="Calibri"/>
              <a:buNone/>
            </a:pPr>
            <a:endParaRPr sz="800" b="1" i="0" u="none" strike="noStrike" cap="none">
              <a:solidFill>
                <a:srgbClr val="282828"/>
              </a:solidFill>
              <a:latin typeface="Arial"/>
              <a:ea typeface="Arial"/>
              <a:cs typeface="Arial"/>
              <a:sym typeface="Arial"/>
            </a:endParaRPr>
          </a:p>
        </p:txBody>
      </p:sp>
      <p:sp>
        <p:nvSpPr>
          <p:cNvPr id="1071" name="Google Shape;1071;p1"/>
          <p:cNvSpPr txBox="1"/>
          <p:nvPr/>
        </p:nvSpPr>
        <p:spPr>
          <a:xfrm>
            <a:off x="4082498" y="2841119"/>
            <a:ext cx="11727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Calibri"/>
              <a:buNone/>
            </a:pPr>
            <a:r>
              <a:rPr lang="en-US" sz="1200" b="1" i="0" u="none" strike="noStrike" cap="none">
                <a:solidFill>
                  <a:srgbClr val="1E4E79"/>
                </a:solidFill>
                <a:latin typeface="Calibri"/>
                <a:ea typeface="Calibri"/>
                <a:cs typeface="Calibri"/>
                <a:sym typeface="Calibri"/>
              </a:rPr>
              <a:t>1</a:t>
            </a:r>
            <a:endParaRPr/>
          </a:p>
          <a:p>
            <a:pPr marL="0" marR="0" lvl="0" indent="0" algn="l" rtl="0">
              <a:lnSpc>
                <a:spcPct val="100000"/>
              </a:lnSpc>
              <a:spcBef>
                <a:spcPts val="0"/>
              </a:spcBef>
              <a:spcAft>
                <a:spcPts val="0"/>
              </a:spcAft>
              <a:buClr>
                <a:schemeClr val="dk1"/>
              </a:buClr>
              <a:buSzPts val="800"/>
              <a:buFont typeface="Calibri"/>
              <a:buNone/>
            </a:pPr>
            <a:endParaRPr sz="800" b="1" i="0" u="none" strike="noStrike" cap="none">
              <a:solidFill>
                <a:srgbClr val="282828"/>
              </a:solidFill>
              <a:latin typeface="Arial"/>
              <a:ea typeface="Arial"/>
              <a:cs typeface="Arial"/>
              <a:sym typeface="Arial"/>
            </a:endParaRPr>
          </a:p>
        </p:txBody>
      </p:sp>
      <p:sp>
        <p:nvSpPr>
          <p:cNvPr id="1072" name="Google Shape;1072;p1"/>
          <p:cNvSpPr txBox="1"/>
          <p:nvPr/>
        </p:nvSpPr>
        <p:spPr>
          <a:xfrm>
            <a:off x="9248695" y="4468501"/>
            <a:ext cx="11727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Calibri"/>
              <a:buNone/>
            </a:pPr>
            <a:r>
              <a:rPr lang="en-US" sz="1200" b="1" i="0" u="none" strike="noStrike" cap="none">
                <a:solidFill>
                  <a:srgbClr val="1E4E79"/>
                </a:solidFill>
                <a:latin typeface="Calibri"/>
                <a:ea typeface="Calibri"/>
                <a:cs typeface="Calibri"/>
                <a:sym typeface="Calibri"/>
              </a:rPr>
              <a:t>1</a:t>
            </a:r>
            <a:endParaRPr/>
          </a:p>
          <a:p>
            <a:pPr marL="0" marR="0" lvl="0" indent="0" algn="l" rtl="0">
              <a:lnSpc>
                <a:spcPct val="100000"/>
              </a:lnSpc>
              <a:spcBef>
                <a:spcPts val="0"/>
              </a:spcBef>
              <a:spcAft>
                <a:spcPts val="0"/>
              </a:spcAft>
              <a:buClr>
                <a:schemeClr val="dk1"/>
              </a:buClr>
              <a:buSzPts val="800"/>
              <a:buFont typeface="Calibri"/>
              <a:buNone/>
            </a:pPr>
            <a:endParaRPr sz="800" b="1" i="0" u="none" strike="noStrike" cap="none">
              <a:solidFill>
                <a:srgbClr val="282828"/>
              </a:solidFill>
              <a:latin typeface="Arial"/>
              <a:ea typeface="Arial"/>
              <a:cs typeface="Arial"/>
              <a:sym typeface="Arial"/>
            </a:endParaRPr>
          </a:p>
        </p:txBody>
      </p:sp>
      <p:cxnSp>
        <p:nvCxnSpPr>
          <p:cNvPr id="1073" name="Google Shape;1073;p1"/>
          <p:cNvCxnSpPr/>
          <p:nvPr/>
        </p:nvCxnSpPr>
        <p:spPr>
          <a:xfrm>
            <a:off x="364662" y="523678"/>
            <a:ext cx="11827200"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cxnSp>
        <p:nvCxnSpPr>
          <p:cNvPr id="1075" name="Google Shape;1075;p2"/>
          <p:cNvCxnSpPr/>
          <p:nvPr/>
        </p:nvCxnSpPr>
        <p:spPr>
          <a:xfrm>
            <a:off x="327102" y="588806"/>
            <a:ext cx="11764200" cy="0"/>
          </a:xfrm>
          <a:prstGeom prst="straightConnector1">
            <a:avLst/>
          </a:prstGeom>
          <a:noFill/>
          <a:ln w="9525" cap="flat" cmpd="sng">
            <a:solidFill>
              <a:schemeClr val="accent1"/>
            </a:solidFill>
            <a:prstDash val="solid"/>
            <a:miter lim="800000"/>
            <a:headEnd type="none" w="sm" len="sm"/>
            <a:tailEnd type="none" w="sm" len="sm"/>
          </a:ln>
        </p:spPr>
      </p:cxnSp>
      <p:sp>
        <p:nvSpPr>
          <p:cNvPr id="1076" name="Google Shape;1076;p2"/>
          <p:cNvSpPr txBox="1">
            <a:spLocks noGrp="1"/>
          </p:cNvSpPr>
          <p:nvPr>
            <p:ph type="title"/>
          </p:nvPr>
        </p:nvSpPr>
        <p:spPr>
          <a:xfrm>
            <a:off x="2093726" y="118066"/>
            <a:ext cx="11127300" cy="417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2133"/>
              <a:buFont typeface="Calibri"/>
              <a:buNone/>
            </a:pPr>
            <a:r>
              <a:rPr lang="en-US" sz="2133" dirty="0"/>
              <a:t>                                 </a:t>
            </a:r>
            <a:r>
              <a:rPr lang="en-US" sz="2133" b="1" dirty="0">
                <a:latin typeface="Calibri"/>
                <a:ea typeface="Calibri"/>
                <a:cs typeface="Calibri"/>
                <a:sym typeface="Calibri"/>
              </a:rPr>
              <a:t>Dataflow Diagram (DFD) –Level 0 </a:t>
            </a:r>
            <a:endParaRPr b="1" dirty="0"/>
          </a:p>
        </p:txBody>
      </p:sp>
      <p:sp>
        <p:nvSpPr>
          <p:cNvPr id="1077" name="Google Shape;1077;p2"/>
          <p:cNvSpPr/>
          <p:nvPr/>
        </p:nvSpPr>
        <p:spPr>
          <a:xfrm rot="-5400000">
            <a:off x="-3041748" y="3368851"/>
            <a:ext cx="6858000" cy="120300"/>
          </a:xfrm>
          <a:prstGeom prst="rect">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933"/>
              <a:buFont typeface="Calibri"/>
              <a:buNone/>
            </a:pPr>
            <a:endParaRPr sz="933" b="0" i="0" u="none" strike="noStrike" cap="none">
              <a:solidFill>
                <a:srgbClr val="FFFFFF"/>
              </a:solidFill>
              <a:latin typeface="Arial"/>
              <a:ea typeface="Arial"/>
              <a:cs typeface="Arial"/>
              <a:sym typeface="Arial"/>
            </a:endParaRPr>
          </a:p>
        </p:txBody>
      </p:sp>
      <p:sp>
        <p:nvSpPr>
          <p:cNvPr id="1078" name="Google Shape;1078;p2"/>
          <p:cNvSpPr txBox="1"/>
          <p:nvPr/>
        </p:nvSpPr>
        <p:spPr>
          <a:xfrm>
            <a:off x="4679577" y="409387"/>
            <a:ext cx="184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Calibri"/>
              <a:ea typeface="Calibri"/>
              <a:cs typeface="Calibri"/>
              <a:sym typeface="Calibri"/>
            </a:endParaRPr>
          </a:p>
        </p:txBody>
      </p:sp>
      <p:sp>
        <p:nvSpPr>
          <p:cNvPr id="1079" name="Google Shape;1079;p2"/>
          <p:cNvSpPr/>
          <p:nvPr/>
        </p:nvSpPr>
        <p:spPr>
          <a:xfrm>
            <a:off x="5268686" y="3868675"/>
            <a:ext cx="2061000" cy="20319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0.0</a:t>
            </a:r>
            <a:endParaRPr/>
          </a:p>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Accidental Emergency System </a:t>
            </a:r>
            <a:endParaRPr/>
          </a:p>
        </p:txBody>
      </p:sp>
      <p:sp>
        <p:nvSpPr>
          <p:cNvPr id="1080" name="Google Shape;1080;p2"/>
          <p:cNvSpPr/>
          <p:nvPr/>
        </p:nvSpPr>
        <p:spPr>
          <a:xfrm>
            <a:off x="1832508" y="4251926"/>
            <a:ext cx="2243131" cy="1265494"/>
          </a:xfrm>
          <a:prstGeom prst="flowChartProcess">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0" i="0" u="none" strike="noStrike" cap="none">
                <a:solidFill>
                  <a:srgbClr val="FFFFFF"/>
                </a:solidFill>
                <a:latin typeface="Calibri"/>
                <a:ea typeface="Calibri"/>
                <a:cs typeface="Calibri"/>
                <a:sym typeface="Calibri"/>
              </a:rPr>
              <a:t>Administrator</a:t>
            </a:r>
            <a:endParaRPr/>
          </a:p>
        </p:txBody>
      </p:sp>
      <p:sp>
        <p:nvSpPr>
          <p:cNvPr id="1081" name="Google Shape;1081;p2"/>
          <p:cNvSpPr/>
          <p:nvPr/>
        </p:nvSpPr>
        <p:spPr>
          <a:xfrm>
            <a:off x="8518553" y="4246363"/>
            <a:ext cx="2243131" cy="1265494"/>
          </a:xfrm>
          <a:prstGeom prst="flowChartProcess">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0" i="0" u="none" strike="noStrike" cap="none">
                <a:solidFill>
                  <a:srgbClr val="FFFFFF"/>
                </a:solidFill>
                <a:latin typeface="Calibri"/>
                <a:ea typeface="Calibri"/>
                <a:cs typeface="Calibri"/>
                <a:sym typeface="Calibri"/>
              </a:rPr>
              <a:t>User</a:t>
            </a:r>
            <a:endParaRPr/>
          </a:p>
        </p:txBody>
      </p:sp>
      <p:sp>
        <p:nvSpPr>
          <p:cNvPr id="1082" name="Google Shape;1082;p2"/>
          <p:cNvSpPr/>
          <p:nvPr/>
        </p:nvSpPr>
        <p:spPr>
          <a:xfrm>
            <a:off x="5177633" y="1258228"/>
            <a:ext cx="2243131" cy="1265494"/>
          </a:xfrm>
          <a:prstGeom prst="flowChartProcess">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0" i="0" u="none" strike="noStrike" cap="none">
                <a:solidFill>
                  <a:srgbClr val="FFFFFF"/>
                </a:solidFill>
                <a:latin typeface="Calibri"/>
                <a:ea typeface="Calibri"/>
                <a:cs typeface="Calibri"/>
                <a:sym typeface="Calibri"/>
              </a:rPr>
              <a:t>Hospital</a:t>
            </a:r>
            <a:endParaRPr/>
          </a:p>
        </p:txBody>
      </p:sp>
      <p:cxnSp>
        <p:nvCxnSpPr>
          <p:cNvPr id="1083" name="Google Shape;1083;p2"/>
          <p:cNvCxnSpPr/>
          <p:nvPr/>
        </p:nvCxnSpPr>
        <p:spPr>
          <a:xfrm rot="10800000" flipH="1">
            <a:off x="4075639" y="4500320"/>
            <a:ext cx="1202700" cy="93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84" name="Google Shape;1084;p2"/>
          <p:cNvCxnSpPr/>
          <p:nvPr/>
        </p:nvCxnSpPr>
        <p:spPr>
          <a:xfrm>
            <a:off x="7321581" y="5191552"/>
            <a:ext cx="1197000" cy="0"/>
          </a:xfrm>
          <a:prstGeom prst="straightConnector1">
            <a:avLst/>
          </a:prstGeom>
          <a:noFill/>
          <a:ln w="9525" cap="flat" cmpd="sng">
            <a:solidFill>
              <a:schemeClr val="accent1"/>
            </a:solidFill>
            <a:prstDash val="solid"/>
            <a:miter lim="800000"/>
            <a:headEnd type="none" w="sm" len="sm"/>
            <a:tailEnd type="triangle" w="med" len="med"/>
          </a:ln>
        </p:spPr>
      </p:cxnSp>
      <p:sp>
        <p:nvSpPr>
          <p:cNvPr id="1085" name="Google Shape;1085;p2"/>
          <p:cNvSpPr txBox="1"/>
          <p:nvPr/>
        </p:nvSpPr>
        <p:spPr>
          <a:xfrm>
            <a:off x="4109486" y="4015530"/>
            <a:ext cx="1351258"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Arial"/>
              <a:buNone/>
            </a:pPr>
            <a:r>
              <a:rPr lang="en-US" sz="1200" b="1" i="0" u="none" strike="noStrike" cap="none" dirty="0">
                <a:solidFill>
                  <a:srgbClr val="1E4E79"/>
                </a:solidFill>
                <a:latin typeface="Arial"/>
                <a:ea typeface="Arial"/>
                <a:cs typeface="Arial"/>
                <a:sym typeface="Arial"/>
              </a:rPr>
              <a:t>Create/Update User Record</a:t>
            </a:r>
            <a:endParaRPr sz="1200" b="1" i="0" u="none" strike="noStrike" cap="none" dirty="0">
              <a:solidFill>
                <a:srgbClr val="282828"/>
              </a:solidFill>
              <a:latin typeface="Arial"/>
              <a:ea typeface="Arial"/>
              <a:cs typeface="Arial"/>
              <a:sym typeface="Arial"/>
            </a:endParaRPr>
          </a:p>
        </p:txBody>
      </p:sp>
      <p:sp>
        <p:nvSpPr>
          <p:cNvPr id="1086" name="Google Shape;1086;p2"/>
          <p:cNvSpPr txBox="1"/>
          <p:nvPr/>
        </p:nvSpPr>
        <p:spPr>
          <a:xfrm>
            <a:off x="4183191" y="5271199"/>
            <a:ext cx="11727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Arial"/>
              <a:buNone/>
            </a:pPr>
            <a:r>
              <a:rPr lang="en-US" sz="1200" b="1" i="0" u="none" strike="noStrike" cap="none">
                <a:solidFill>
                  <a:srgbClr val="1E4E79"/>
                </a:solidFill>
                <a:latin typeface="Arial"/>
                <a:ea typeface="Arial"/>
                <a:cs typeface="Arial"/>
                <a:sym typeface="Arial"/>
              </a:rPr>
              <a:t>Report</a:t>
            </a:r>
            <a:endParaRPr sz="1200" b="1" i="0" u="none" strike="noStrike" cap="none">
              <a:solidFill>
                <a:srgbClr val="282828"/>
              </a:solidFill>
              <a:latin typeface="Arial"/>
              <a:ea typeface="Arial"/>
              <a:cs typeface="Arial"/>
              <a:sym typeface="Arial"/>
            </a:endParaRPr>
          </a:p>
        </p:txBody>
      </p:sp>
      <p:cxnSp>
        <p:nvCxnSpPr>
          <p:cNvPr id="1087" name="Google Shape;1087;p2"/>
          <p:cNvCxnSpPr/>
          <p:nvPr/>
        </p:nvCxnSpPr>
        <p:spPr>
          <a:xfrm rot="10800000">
            <a:off x="4075586" y="5194604"/>
            <a:ext cx="1193100" cy="0"/>
          </a:xfrm>
          <a:prstGeom prst="straightConnector1">
            <a:avLst/>
          </a:prstGeom>
          <a:noFill/>
          <a:ln w="9525" cap="flat" cmpd="sng">
            <a:solidFill>
              <a:schemeClr val="accent1"/>
            </a:solidFill>
            <a:prstDash val="solid"/>
            <a:miter lim="800000"/>
            <a:headEnd type="none" w="sm" len="sm"/>
            <a:tailEnd type="triangle" w="med" len="med"/>
          </a:ln>
        </p:spPr>
      </p:cxnSp>
      <p:sp>
        <p:nvSpPr>
          <p:cNvPr id="1088" name="Google Shape;1088;p2"/>
          <p:cNvSpPr txBox="1"/>
          <p:nvPr/>
        </p:nvSpPr>
        <p:spPr>
          <a:xfrm>
            <a:off x="7242636" y="4020749"/>
            <a:ext cx="11727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Arial"/>
              <a:buNone/>
            </a:pPr>
            <a:r>
              <a:rPr lang="en-US" sz="1200" b="1" i="0" u="none" strike="noStrike" cap="none">
                <a:solidFill>
                  <a:srgbClr val="1E4E79"/>
                </a:solidFill>
                <a:latin typeface="Arial"/>
                <a:ea typeface="Arial"/>
                <a:cs typeface="Arial"/>
                <a:sym typeface="Arial"/>
              </a:rPr>
              <a:t>Request for Registration</a:t>
            </a:r>
            <a:endParaRPr sz="1200" b="1" i="0" u="none" strike="noStrike" cap="none">
              <a:solidFill>
                <a:srgbClr val="282828"/>
              </a:solidFill>
              <a:latin typeface="Arial"/>
              <a:ea typeface="Arial"/>
              <a:cs typeface="Arial"/>
              <a:sym typeface="Arial"/>
            </a:endParaRPr>
          </a:p>
        </p:txBody>
      </p:sp>
      <p:sp>
        <p:nvSpPr>
          <p:cNvPr id="1089" name="Google Shape;1089;p2"/>
          <p:cNvSpPr txBox="1"/>
          <p:nvPr/>
        </p:nvSpPr>
        <p:spPr>
          <a:xfrm>
            <a:off x="7286175" y="5271199"/>
            <a:ext cx="11727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Arial"/>
              <a:buNone/>
            </a:pPr>
            <a:r>
              <a:rPr lang="en-US" sz="1200" b="1" i="0" u="none" strike="noStrike" cap="none">
                <a:solidFill>
                  <a:srgbClr val="1E4E79"/>
                </a:solidFill>
                <a:latin typeface="Arial"/>
                <a:ea typeface="Arial"/>
                <a:cs typeface="Arial"/>
                <a:sym typeface="Arial"/>
              </a:rPr>
              <a:t>Response with QR Scanner</a:t>
            </a:r>
            <a:endParaRPr sz="1200" b="1" i="0" u="none" strike="noStrike" cap="none">
              <a:solidFill>
                <a:srgbClr val="282828"/>
              </a:solidFill>
              <a:latin typeface="Arial"/>
              <a:ea typeface="Arial"/>
              <a:cs typeface="Arial"/>
              <a:sym typeface="Arial"/>
            </a:endParaRPr>
          </a:p>
        </p:txBody>
      </p:sp>
      <p:cxnSp>
        <p:nvCxnSpPr>
          <p:cNvPr id="1090" name="Google Shape;1090;p2"/>
          <p:cNvCxnSpPr/>
          <p:nvPr/>
        </p:nvCxnSpPr>
        <p:spPr>
          <a:xfrm flipH="1">
            <a:off x="7242628" y="4500448"/>
            <a:ext cx="1272000" cy="75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91" name="Google Shape;1091;p2"/>
          <p:cNvCxnSpPr>
            <a:endCxn id="1079" idx="1"/>
          </p:cNvCxnSpPr>
          <p:nvPr/>
        </p:nvCxnSpPr>
        <p:spPr>
          <a:xfrm flipH="1">
            <a:off x="5570512" y="2523740"/>
            <a:ext cx="24900" cy="16425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92" name="Google Shape;1092;p2"/>
          <p:cNvCxnSpPr>
            <a:stCxn id="1079" idx="7"/>
          </p:cNvCxnSpPr>
          <p:nvPr/>
        </p:nvCxnSpPr>
        <p:spPr>
          <a:xfrm>
            <a:off x="7027860" y="2523740"/>
            <a:ext cx="0" cy="1642500"/>
          </a:xfrm>
          <a:prstGeom prst="straightConnector1">
            <a:avLst/>
          </a:prstGeom>
          <a:noFill/>
          <a:ln w="9525" cap="flat" cmpd="sng">
            <a:solidFill>
              <a:schemeClr val="accent1"/>
            </a:solidFill>
            <a:prstDash val="solid"/>
            <a:miter lim="800000"/>
            <a:headEnd type="none" w="sm" len="sm"/>
            <a:tailEnd type="triangle" w="med" len="med"/>
          </a:ln>
        </p:spPr>
      </p:cxnSp>
      <p:sp>
        <p:nvSpPr>
          <p:cNvPr id="1093" name="Google Shape;1093;p2"/>
          <p:cNvSpPr txBox="1"/>
          <p:nvPr/>
        </p:nvSpPr>
        <p:spPr>
          <a:xfrm>
            <a:off x="4422811" y="2661106"/>
            <a:ext cx="11727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Arial"/>
              <a:buNone/>
            </a:pPr>
            <a:r>
              <a:rPr lang="en-US" sz="1200" b="1" i="0" u="none" strike="noStrike" cap="none">
                <a:solidFill>
                  <a:srgbClr val="1E4E79"/>
                </a:solidFill>
                <a:latin typeface="Arial"/>
                <a:ea typeface="Arial"/>
                <a:cs typeface="Arial"/>
                <a:sym typeface="Arial"/>
              </a:rPr>
              <a:t>Request for Registration</a:t>
            </a:r>
            <a:endParaRPr sz="1200" b="1" i="0" u="none" strike="noStrike" cap="none">
              <a:solidFill>
                <a:srgbClr val="282828"/>
              </a:solidFill>
              <a:latin typeface="Arial"/>
              <a:ea typeface="Arial"/>
              <a:cs typeface="Arial"/>
              <a:sym typeface="Arial"/>
            </a:endParaRPr>
          </a:p>
        </p:txBody>
      </p:sp>
      <p:sp>
        <p:nvSpPr>
          <p:cNvPr id="1094" name="Google Shape;1094;p2"/>
          <p:cNvSpPr txBox="1"/>
          <p:nvPr/>
        </p:nvSpPr>
        <p:spPr>
          <a:xfrm>
            <a:off x="6833537" y="2687368"/>
            <a:ext cx="13962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Arial"/>
              <a:buNone/>
            </a:pPr>
            <a:r>
              <a:rPr lang="en-US" sz="1200" b="1" i="0" u="none" strike="noStrike" cap="none">
                <a:solidFill>
                  <a:srgbClr val="1E4E79"/>
                </a:solidFill>
                <a:latin typeface="Arial"/>
                <a:ea typeface="Arial"/>
                <a:cs typeface="Arial"/>
                <a:sym typeface="Arial"/>
              </a:rPr>
              <a:t>Request User Information</a:t>
            </a:r>
            <a:endParaRPr sz="1200" b="1" i="0" u="none" strike="noStrike" cap="none">
              <a:solidFill>
                <a:srgbClr val="282828"/>
              </a:solidFill>
              <a:latin typeface="Arial"/>
              <a:ea typeface="Arial"/>
              <a:cs typeface="Arial"/>
              <a:sym typeface="Arial"/>
            </a:endParaRPr>
          </a:p>
        </p:txBody>
      </p:sp>
      <p:cxnSp>
        <p:nvCxnSpPr>
          <p:cNvPr id="1095" name="Google Shape;1095;p2"/>
          <p:cNvCxnSpPr/>
          <p:nvPr/>
        </p:nvCxnSpPr>
        <p:spPr>
          <a:xfrm>
            <a:off x="507132" y="13648"/>
            <a:ext cx="11584200"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p3"/>
          <p:cNvSpPr txBox="1">
            <a:spLocks noGrp="1"/>
          </p:cNvSpPr>
          <p:nvPr>
            <p:ph type="title"/>
          </p:nvPr>
        </p:nvSpPr>
        <p:spPr>
          <a:xfrm>
            <a:off x="2093726" y="118066"/>
            <a:ext cx="11127300" cy="417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2133"/>
              <a:buFont typeface="Calibri"/>
              <a:buNone/>
            </a:pPr>
            <a:r>
              <a:rPr lang="en-US" sz="2133" dirty="0">
                <a:latin typeface="Calibri"/>
                <a:ea typeface="Calibri"/>
                <a:cs typeface="Calibri"/>
                <a:sym typeface="Calibri"/>
              </a:rPr>
              <a:t> </a:t>
            </a:r>
            <a:r>
              <a:rPr lang="en-US" sz="2133" dirty="0" smtClean="0">
                <a:latin typeface="Calibri"/>
                <a:ea typeface="Calibri"/>
                <a:cs typeface="Calibri"/>
                <a:sym typeface="Calibri"/>
              </a:rPr>
              <a:t>                             </a:t>
            </a:r>
            <a:r>
              <a:rPr lang="en-US" sz="2133" b="1" dirty="0" smtClean="0">
                <a:latin typeface="Calibri"/>
                <a:ea typeface="Calibri"/>
                <a:cs typeface="Calibri"/>
                <a:sym typeface="Calibri"/>
              </a:rPr>
              <a:t>Dataflow </a:t>
            </a:r>
            <a:r>
              <a:rPr lang="en-US" sz="2133" b="1" dirty="0">
                <a:latin typeface="Calibri"/>
                <a:ea typeface="Calibri"/>
                <a:cs typeface="Calibri"/>
                <a:sym typeface="Calibri"/>
              </a:rPr>
              <a:t>Diagram (DFD) –Level 1 </a:t>
            </a:r>
            <a:endParaRPr b="1" dirty="0"/>
          </a:p>
        </p:txBody>
      </p:sp>
      <p:sp>
        <p:nvSpPr>
          <p:cNvPr id="1098" name="Google Shape;1098;p3"/>
          <p:cNvSpPr/>
          <p:nvPr/>
        </p:nvSpPr>
        <p:spPr>
          <a:xfrm rot="-5400000">
            <a:off x="-3043247" y="3370351"/>
            <a:ext cx="6858000" cy="117300"/>
          </a:xfrm>
          <a:prstGeom prst="rect">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933"/>
              <a:buFont typeface="Calibri"/>
              <a:buNone/>
            </a:pPr>
            <a:endParaRPr sz="933" b="0" i="0" u="none" strike="noStrike" cap="none">
              <a:solidFill>
                <a:srgbClr val="FFFFFF"/>
              </a:solidFill>
              <a:latin typeface="Arial"/>
              <a:ea typeface="Arial"/>
              <a:cs typeface="Arial"/>
              <a:sym typeface="Arial"/>
            </a:endParaRPr>
          </a:p>
        </p:txBody>
      </p:sp>
      <p:cxnSp>
        <p:nvCxnSpPr>
          <p:cNvPr id="1099" name="Google Shape;1099;p3"/>
          <p:cNvCxnSpPr/>
          <p:nvPr/>
        </p:nvCxnSpPr>
        <p:spPr>
          <a:xfrm>
            <a:off x="464923" y="588806"/>
            <a:ext cx="11626200" cy="0"/>
          </a:xfrm>
          <a:prstGeom prst="straightConnector1">
            <a:avLst/>
          </a:prstGeom>
          <a:noFill/>
          <a:ln w="9525" cap="flat" cmpd="sng">
            <a:solidFill>
              <a:schemeClr val="accent1"/>
            </a:solidFill>
            <a:prstDash val="solid"/>
            <a:miter lim="800000"/>
            <a:headEnd type="none" w="sm" len="sm"/>
            <a:tailEnd type="none" w="sm" len="sm"/>
          </a:ln>
        </p:spPr>
      </p:cxnSp>
      <p:cxnSp>
        <p:nvCxnSpPr>
          <p:cNvPr id="1100" name="Google Shape;1100;p3"/>
          <p:cNvCxnSpPr/>
          <p:nvPr/>
        </p:nvCxnSpPr>
        <p:spPr>
          <a:xfrm>
            <a:off x="507132" y="13648"/>
            <a:ext cx="11584200" cy="0"/>
          </a:xfrm>
          <a:prstGeom prst="straightConnector1">
            <a:avLst/>
          </a:prstGeom>
          <a:noFill/>
          <a:ln w="9525" cap="flat" cmpd="sng">
            <a:solidFill>
              <a:schemeClr val="accent1"/>
            </a:solidFill>
            <a:prstDash val="solid"/>
            <a:miter lim="800000"/>
            <a:headEnd type="none" w="sm" len="sm"/>
            <a:tailEnd type="none" w="sm" len="sm"/>
          </a:ln>
        </p:spPr>
      </p:cxnSp>
      <p:sp>
        <p:nvSpPr>
          <p:cNvPr id="1101" name="Google Shape;1101;p3"/>
          <p:cNvSpPr/>
          <p:nvPr/>
        </p:nvSpPr>
        <p:spPr>
          <a:xfrm>
            <a:off x="2093726" y="2617197"/>
            <a:ext cx="1470000" cy="792600"/>
          </a:xfrm>
          <a:prstGeom prst="flowChartAlternateProcess">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a:solidFill>
                  <a:srgbClr val="FFFFFF"/>
                </a:solidFill>
                <a:latin typeface="Calibri"/>
                <a:ea typeface="Calibri"/>
                <a:cs typeface="Calibri"/>
                <a:sym typeface="Calibri"/>
              </a:rPr>
              <a:t>User </a:t>
            </a:r>
            <a:endParaRPr/>
          </a:p>
        </p:txBody>
      </p:sp>
      <p:sp>
        <p:nvSpPr>
          <p:cNvPr id="1102" name="Google Shape;1102;p3"/>
          <p:cNvSpPr/>
          <p:nvPr/>
        </p:nvSpPr>
        <p:spPr>
          <a:xfrm>
            <a:off x="5431784" y="859719"/>
            <a:ext cx="1434900" cy="12459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Manage </a:t>
            </a:r>
            <a:endParaRPr/>
          </a:p>
          <a:p>
            <a:pPr marL="0" marR="0" lvl="0" indent="0" algn="ctr" rtl="0">
              <a:lnSpc>
                <a:spcPct val="100000"/>
              </a:lnSpc>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User Profile</a:t>
            </a:r>
            <a:endParaRPr/>
          </a:p>
        </p:txBody>
      </p:sp>
      <p:sp>
        <p:nvSpPr>
          <p:cNvPr id="1103" name="Google Shape;1103;p3"/>
          <p:cNvSpPr/>
          <p:nvPr/>
        </p:nvSpPr>
        <p:spPr>
          <a:xfrm>
            <a:off x="2097276" y="5702797"/>
            <a:ext cx="1470000" cy="792600"/>
          </a:xfrm>
          <a:prstGeom prst="flowChartAlternateProcess">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a:solidFill>
                  <a:srgbClr val="FFFFFF"/>
                </a:solidFill>
                <a:latin typeface="Calibri"/>
                <a:ea typeface="Calibri"/>
                <a:cs typeface="Calibri"/>
                <a:sym typeface="Calibri"/>
              </a:rPr>
              <a:t>Hospital Reception  </a:t>
            </a:r>
            <a:endParaRPr/>
          </a:p>
        </p:txBody>
      </p:sp>
      <p:sp>
        <p:nvSpPr>
          <p:cNvPr id="1104" name="Google Shape;1104;p3"/>
          <p:cNvSpPr/>
          <p:nvPr/>
        </p:nvSpPr>
        <p:spPr>
          <a:xfrm>
            <a:off x="9593459" y="2691990"/>
            <a:ext cx="1470000" cy="792600"/>
          </a:xfrm>
          <a:prstGeom prst="flowChartAlternateProcess">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a:solidFill>
                  <a:srgbClr val="FFFFFF"/>
                </a:solidFill>
                <a:latin typeface="Calibri"/>
                <a:ea typeface="Calibri"/>
                <a:cs typeface="Calibri"/>
                <a:sym typeface="Calibri"/>
              </a:rPr>
              <a:t>Administrator</a:t>
            </a:r>
            <a:endParaRPr/>
          </a:p>
        </p:txBody>
      </p:sp>
      <p:sp>
        <p:nvSpPr>
          <p:cNvPr id="1105" name="Google Shape;1105;p3"/>
          <p:cNvSpPr/>
          <p:nvPr/>
        </p:nvSpPr>
        <p:spPr>
          <a:xfrm>
            <a:off x="5478964" y="2358170"/>
            <a:ext cx="1434900" cy="12459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Manage Emergency Information</a:t>
            </a:r>
            <a:endParaRPr/>
          </a:p>
        </p:txBody>
      </p:sp>
      <p:sp>
        <p:nvSpPr>
          <p:cNvPr id="1106" name="Google Shape;1106;p3"/>
          <p:cNvSpPr/>
          <p:nvPr/>
        </p:nvSpPr>
        <p:spPr>
          <a:xfrm>
            <a:off x="5478964" y="3912850"/>
            <a:ext cx="1434900" cy="12459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Monitor Accidental Emergency Status </a:t>
            </a:r>
            <a:endParaRPr/>
          </a:p>
        </p:txBody>
      </p:sp>
      <p:sp>
        <p:nvSpPr>
          <p:cNvPr id="1107" name="Google Shape;1107;p3"/>
          <p:cNvSpPr/>
          <p:nvPr/>
        </p:nvSpPr>
        <p:spPr>
          <a:xfrm>
            <a:off x="5485955" y="5478814"/>
            <a:ext cx="1434900" cy="12459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Manage Hospital Information</a:t>
            </a:r>
            <a:endParaRPr/>
          </a:p>
        </p:txBody>
      </p:sp>
      <p:cxnSp>
        <p:nvCxnSpPr>
          <p:cNvPr id="1108" name="Google Shape;1108;p3"/>
          <p:cNvCxnSpPr/>
          <p:nvPr/>
        </p:nvCxnSpPr>
        <p:spPr>
          <a:xfrm rot="10800000" flipH="1">
            <a:off x="2493163" y="1414496"/>
            <a:ext cx="3007500" cy="1202700"/>
          </a:xfrm>
          <a:prstGeom prst="bentConnector3">
            <a:avLst>
              <a:gd name="adj1" fmla="val 1630"/>
            </a:avLst>
          </a:prstGeom>
          <a:noFill/>
          <a:ln w="9525" cap="flat" cmpd="sng">
            <a:solidFill>
              <a:schemeClr val="accent1"/>
            </a:solidFill>
            <a:prstDash val="solid"/>
            <a:miter lim="800000"/>
            <a:headEnd type="none" w="sm" len="sm"/>
            <a:tailEnd type="triangle" w="med" len="med"/>
          </a:ln>
        </p:spPr>
      </p:cxnSp>
      <p:cxnSp>
        <p:nvCxnSpPr>
          <p:cNvPr id="1109" name="Google Shape;1109;p3"/>
          <p:cNvCxnSpPr>
            <a:endCxn id="1101" idx="0"/>
          </p:cNvCxnSpPr>
          <p:nvPr/>
        </p:nvCxnSpPr>
        <p:spPr>
          <a:xfrm flipH="1">
            <a:off x="2828726" y="1662597"/>
            <a:ext cx="2629800" cy="954600"/>
          </a:xfrm>
          <a:prstGeom prst="bentConnector2">
            <a:avLst/>
          </a:prstGeom>
          <a:noFill/>
          <a:ln w="9525" cap="flat" cmpd="sng">
            <a:solidFill>
              <a:schemeClr val="accent1"/>
            </a:solidFill>
            <a:prstDash val="solid"/>
            <a:miter lim="800000"/>
            <a:headEnd type="none" w="sm" len="sm"/>
            <a:tailEnd type="triangle" w="med" len="med"/>
          </a:ln>
        </p:spPr>
      </p:cxnSp>
      <p:cxnSp>
        <p:nvCxnSpPr>
          <p:cNvPr id="1110" name="Google Shape;1110;p3"/>
          <p:cNvCxnSpPr/>
          <p:nvPr/>
        </p:nvCxnSpPr>
        <p:spPr>
          <a:xfrm>
            <a:off x="3551252" y="2907839"/>
            <a:ext cx="19347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111" name="Google Shape;1111;p3"/>
          <p:cNvCxnSpPr/>
          <p:nvPr/>
        </p:nvCxnSpPr>
        <p:spPr>
          <a:xfrm rot="10800000">
            <a:off x="3538665" y="3204611"/>
            <a:ext cx="19599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112" name="Google Shape;1112;p3"/>
          <p:cNvCxnSpPr/>
          <p:nvPr/>
        </p:nvCxnSpPr>
        <p:spPr>
          <a:xfrm>
            <a:off x="2521527" y="3409657"/>
            <a:ext cx="2950500" cy="1264200"/>
          </a:xfrm>
          <a:prstGeom prst="bentConnector3">
            <a:avLst>
              <a:gd name="adj1" fmla="val -244"/>
            </a:avLst>
          </a:prstGeom>
          <a:noFill/>
          <a:ln w="9525" cap="flat" cmpd="sng">
            <a:solidFill>
              <a:schemeClr val="accent1"/>
            </a:solidFill>
            <a:prstDash val="solid"/>
            <a:miter lim="800000"/>
            <a:headEnd type="none" w="sm" len="sm"/>
            <a:tailEnd type="triangle" w="med" len="med"/>
          </a:ln>
        </p:spPr>
      </p:cxnSp>
      <p:cxnSp>
        <p:nvCxnSpPr>
          <p:cNvPr id="1113" name="Google Shape;1113;p3"/>
          <p:cNvCxnSpPr>
            <a:endCxn id="1101" idx="2"/>
          </p:cNvCxnSpPr>
          <p:nvPr/>
        </p:nvCxnSpPr>
        <p:spPr>
          <a:xfrm rot="10800000">
            <a:off x="2828726" y="3409797"/>
            <a:ext cx="2650200" cy="1014900"/>
          </a:xfrm>
          <a:prstGeom prst="bentConnector2">
            <a:avLst/>
          </a:prstGeom>
          <a:noFill/>
          <a:ln w="9525" cap="flat" cmpd="sng">
            <a:solidFill>
              <a:schemeClr val="accent1"/>
            </a:solidFill>
            <a:prstDash val="solid"/>
            <a:miter lim="800000"/>
            <a:headEnd type="none" w="sm" len="sm"/>
            <a:tailEnd type="triangle" w="med" len="med"/>
          </a:ln>
        </p:spPr>
      </p:cxnSp>
      <p:cxnSp>
        <p:nvCxnSpPr>
          <p:cNvPr id="1114" name="Google Shape;1114;p3"/>
          <p:cNvCxnSpPr/>
          <p:nvPr/>
        </p:nvCxnSpPr>
        <p:spPr>
          <a:xfrm>
            <a:off x="3551252" y="5989488"/>
            <a:ext cx="19473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115" name="Google Shape;1115;p3"/>
          <p:cNvCxnSpPr/>
          <p:nvPr/>
        </p:nvCxnSpPr>
        <p:spPr>
          <a:xfrm rot="10800000">
            <a:off x="3526055" y="6280320"/>
            <a:ext cx="19599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116" name="Google Shape;1116;p3"/>
          <p:cNvCxnSpPr>
            <a:endCxn id="1104" idx="0"/>
          </p:cNvCxnSpPr>
          <p:nvPr/>
        </p:nvCxnSpPr>
        <p:spPr>
          <a:xfrm>
            <a:off x="6853559" y="1444590"/>
            <a:ext cx="3474900" cy="1247400"/>
          </a:xfrm>
          <a:prstGeom prst="bentConnector2">
            <a:avLst/>
          </a:prstGeom>
          <a:noFill/>
          <a:ln w="9525" cap="flat" cmpd="sng">
            <a:solidFill>
              <a:schemeClr val="accent1"/>
            </a:solidFill>
            <a:prstDash val="solid"/>
            <a:miter lim="800000"/>
            <a:headEnd type="none" w="sm" len="sm"/>
            <a:tailEnd type="triangle" w="med" len="med"/>
          </a:ln>
        </p:spPr>
      </p:cxnSp>
      <p:cxnSp>
        <p:nvCxnSpPr>
          <p:cNvPr id="1117" name="Google Shape;1117;p3"/>
          <p:cNvCxnSpPr/>
          <p:nvPr/>
        </p:nvCxnSpPr>
        <p:spPr>
          <a:xfrm rot="10800000">
            <a:off x="6866759" y="3013427"/>
            <a:ext cx="27267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118" name="Google Shape;1118;p3"/>
          <p:cNvCxnSpPr/>
          <p:nvPr/>
        </p:nvCxnSpPr>
        <p:spPr>
          <a:xfrm flipH="1">
            <a:off x="6919582" y="3484450"/>
            <a:ext cx="3181200" cy="1051500"/>
          </a:xfrm>
          <a:prstGeom prst="bentConnector3">
            <a:avLst>
              <a:gd name="adj1" fmla="val 352"/>
            </a:avLst>
          </a:prstGeom>
          <a:noFill/>
          <a:ln w="9525" cap="flat" cmpd="sng">
            <a:solidFill>
              <a:schemeClr val="accent1"/>
            </a:solidFill>
            <a:prstDash val="solid"/>
            <a:miter lim="800000"/>
            <a:headEnd type="none" w="sm" len="sm"/>
            <a:tailEnd type="triangle" w="med" len="med"/>
          </a:ln>
        </p:spPr>
      </p:cxnSp>
      <p:cxnSp>
        <p:nvCxnSpPr>
          <p:cNvPr id="1119" name="Google Shape;1119;p3"/>
          <p:cNvCxnSpPr>
            <a:endCxn id="1107" idx="6"/>
          </p:cNvCxnSpPr>
          <p:nvPr/>
        </p:nvCxnSpPr>
        <p:spPr>
          <a:xfrm flipH="1">
            <a:off x="6920855" y="3483364"/>
            <a:ext cx="3634500" cy="2618400"/>
          </a:xfrm>
          <a:prstGeom prst="bentConnector3">
            <a:avLst>
              <a:gd name="adj1" fmla="val 63"/>
            </a:avLst>
          </a:prstGeom>
          <a:noFill/>
          <a:ln w="9525" cap="flat" cmpd="sng">
            <a:solidFill>
              <a:schemeClr val="accent1"/>
            </a:solidFill>
            <a:prstDash val="solid"/>
            <a:miter lim="800000"/>
            <a:headEnd type="none" w="sm" len="sm"/>
            <a:tailEnd type="triangle" w="med" len="med"/>
          </a:ln>
        </p:spPr>
      </p:cxnSp>
      <p:sp>
        <p:nvSpPr>
          <p:cNvPr id="1120" name="Google Shape;1120;p3"/>
          <p:cNvSpPr txBox="1"/>
          <p:nvPr/>
        </p:nvSpPr>
        <p:spPr>
          <a:xfrm>
            <a:off x="3516682" y="1139883"/>
            <a:ext cx="15585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900"/>
              <a:buFont typeface="Arial"/>
              <a:buNone/>
            </a:pPr>
            <a:r>
              <a:rPr lang="en-US" sz="900" b="1" i="0" u="none" strike="noStrike" cap="none">
                <a:solidFill>
                  <a:srgbClr val="1E4E79"/>
                </a:solidFill>
                <a:latin typeface="Arial"/>
                <a:ea typeface="Arial"/>
                <a:cs typeface="Arial"/>
                <a:sym typeface="Arial"/>
              </a:rPr>
              <a:t>User Profile Information</a:t>
            </a:r>
            <a:endParaRPr sz="900" b="1" i="0" u="none" strike="noStrike" cap="none">
              <a:solidFill>
                <a:srgbClr val="282828"/>
              </a:solidFill>
              <a:latin typeface="Arial"/>
              <a:ea typeface="Arial"/>
              <a:cs typeface="Arial"/>
              <a:sym typeface="Arial"/>
            </a:endParaRPr>
          </a:p>
        </p:txBody>
      </p:sp>
      <p:sp>
        <p:nvSpPr>
          <p:cNvPr id="1121" name="Google Shape;1121;p3"/>
          <p:cNvSpPr txBox="1"/>
          <p:nvPr/>
        </p:nvSpPr>
        <p:spPr>
          <a:xfrm>
            <a:off x="3611419" y="1710365"/>
            <a:ext cx="11727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900"/>
              <a:buFont typeface="Arial"/>
              <a:buNone/>
            </a:pPr>
            <a:r>
              <a:rPr lang="en-US" sz="900" b="1" i="0" u="none" strike="noStrike" cap="none">
                <a:solidFill>
                  <a:srgbClr val="1E4E79"/>
                </a:solidFill>
                <a:latin typeface="Arial"/>
                <a:ea typeface="Arial"/>
                <a:cs typeface="Arial"/>
                <a:sym typeface="Arial"/>
              </a:rPr>
              <a:t>Response</a:t>
            </a:r>
            <a:endParaRPr sz="900" b="1" i="0" u="none" strike="noStrike" cap="none">
              <a:solidFill>
                <a:srgbClr val="282828"/>
              </a:solidFill>
              <a:latin typeface="Arial"/>
              <a:ea typeface="Arial"/>
              <a:cs typeface="Arial"/>
              <a:sym typeface="Arial"/>
            </a:endParaRPr>
          </a:p>
        </p:txBody>
      </p:sp>
      <p:sp>
        <p:nvSpPr>
          <p:cNvPr id="1122" name="Google Shape;1122;p3"/>
          <p:cNvSpPr txBox="1"/>
          <p:nvPr/>
        </p:nvSpPr>
        <p:spPr>
          <a:xfrm>
            <a:off x="3709863" y="3251584"/>
            <a:ext cx="11727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900"/>
              <a:buFont typeface="Arial"/>
              <a:buNone/>
            </a:pPr>
            <a:r>
              <a:rPr lang="en-US" sz="900" b="1" i="0" u="none" strike="noStrike" cap="none">
                <a:solidFill>
                  <a:srgbClr val="1E4E79"/>
                </a:solidFill>
                <a:latin typeface="Arial"/>
                <a:ea typeface="Arial"/>
                <a:cs typeface="Arial"/>
                <a:sym typeface="Arial"/>
              </a:rPr>
              <a:t>Response</a:t>
            </a:r>
            <a:endParaRPr sz="900" b="1" i="0" u="none" strike="noStrike" cap="none">
              <a:solidFill>
                <a:srgbClr val="282828"/>
              </a:solidFill>
              <a:latin typeface="Arial"/>
              <a:ea typeface="Arial"/>
              <a:cs typeface="Arial"/>
              <a:sym typeface="Arial"/>
            </a:endParaRPr>
          </a:p>
        </p:txBody>
      </p:sp>
      <p:sp>
        <p:nvSpPr>
          <p:cNvPr id="1123" name="Google Shape;1123;p3"/>
          <p:cNvSpPr txBox="1"/>
          <p:nvPr/>
        </p:nvSpPr>
        <p:spPr>
          <a:xfrm>
            <a:off x="3556781" y="2527297"/>
            <a:ext cx="1558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900"/>
              <a:buFont typeface="Arial"/>
              <a:buNone/>
            </a:pPr>
            <a:r>
              <a:rPr lang="en-US" sz="900" b="1" i="0" u="none" strike="noStrike" cap="none">
                <a:solidFill>
                  <a:srgbClr val="1E4E79"/>
                </a:solidFill>
                <a:latin typeface="Arial"/>
                <a:ea typeface="Arial"/>
                <a:cs typeface="Arial"/>
                <a:sym typeface="Arial"/>
              </a:rPr>
              <a:t>User Emergency Information</a:t>
            </a:r>
            <a:endParaRPr sz="900" b="1" i="0" u="none" strike="noStrike" cap="none">
              <a:solidFill>
                <a:srgbClr val="282828"/>
              </a:solidFill>
              <a:latin typeface="Arial"/>
              <a:ea typeface="Arial"/>
              <a:cs typeface="Arial"/>
              <a:sym typeface="Arial"/>
            </a:endParaRPr>
          </a:p>
        </p:txBody>
      </p:sp>
      <p:sp>
        <p:nvSpPr>
          <p:cNvPr id="1124" name="Google Shape;1124;p3"/>
          <p:cNvSpPr txBox="1"/>
          <p:nvPr/>
        </p:nvSpPr>
        <p:spPr>
          <a:xfrm>
            <a:off x="3493407" y="3997071"/>
            <a:ext cx="1558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900"/>
              <a:buFont typeface="Arial"/>
              <a:buNone/>
            </a:pPr>
            <a:r>
              <a:rPr lang="en-US" sz="900" b="1" i="0" u="none" strike="noStrike" cap="none">
                <a:solidFill>
                  <a:srgbClr val="1E4E79"/>
                </a:solidFill>
                <a:latin typeface="Arial"/>
                <a:ea typeface="Arial"/>
                <a:cs typeface="Arial"/>
                <a:sym typeface="Arial"/>
              </a:rPr>
              <a:t>Request Emergency Information</a:t>
            </a:r>
            <a:endParaRPr sz="900" b="1" i="0" u="none" strike="noStrike" cap="none">
              <a:solidFill>
                <a:srgbClr val="282828"/>
              </a:solidFill>
              <a:latin typeface="Arial"/>
              <a:ea typeface="Arial"/>
              <a:cs typeface="Arial"/>
              <a:sym typeface="Arial"/>
            </a:endParaRPr>
          </a:p>
        </p:txBody>
      </p:sp>
      <p:sp>
        <p:nvSpPr>
          <p:cNvPr id="1125" name="Google Shape;1125;p3"/>
          <p:cNvSpPr txBox="1"/>
          <p:nvPr/>
        </p:nvSpPr>
        <p:spPr>
          <a:xfrm>
            <a:off x="3588890" y="4946110"/>
            <a:ext cx="11727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900"/>
              <a:buFont typeface="Arial"/>
              <a:buNone/>
            </a:pPr>
            <a:r>
              <a:rPr lang="en-US" sz="900" b="1" i="0" u="none" strike="noStrike" cap="none">
                <a:solidFill>
                  <a:srgbClr val="1E4E79"/>
                </a:solidFill>
                <a:latin typeface="Arial"/>
                <a:ea typeface="Arial"/>
                <a:cs typeface="Arial"/>
                <a:sym typeface="Arial"/>
              </a:rPr>
              <a:t>Response</a:t>
            </a:r>
            <a:endParaRPr sz="900" b="1" i="0" u="none" strike="noStrike" cap="none">
              <a:solidFill>
                <a:srgbClr val="282828"/>
              </a:solidFill>
              <a:latin typeface="Arial"/>
              <a:ea typeface="Arial"/>
              <a:cs typeface="Arial"/>
              <a:sym typeface="Arial"/>
            </a:endParaRPr>
          </a:p>
        </p:txBody>
      </p:sp>
      <p:sp>
        <p:nvSpPr>
          <p:cNvPr id="1126" name="Google Shape;1126;p3"/>
          <p:cNvSpPr txBox="1"/>
          <p:nvPr/>
        </p:nvSpPr>
        <p:spPr>
          <a:xfrm>
            <a:off x="7607317" y="1126043"/>
            <a:ext cx="15585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900"/>
              <a:buFont typeface="Arial"/>
              <a:buNone/>
            </a:pPr>
            <a:r>
              <a:rPr lang="en-US" sz="900" b="1" i="0" u="none" strike="noStrike" cap="none">
                <a:solidFill>
                  <a:srgbClr val="1E4E79"/>
                </a:solidFill>
                <a:latin typeface="Arial"/>
                <a:ea typeface="Arial"/>
                <a:cs typeface="Arial"/>
                <a:sym typeface="Arial"/>
              </a:rPr>
              <a:t>User Profile Information</a:t>
            </a:r>
            <a:endParaRPr sz="900" b="1" i="0" u="none" strike="noStrike" cap="none">
              <a:solidFill>
                <a:srgbClr val="282828"/>
              </a:solidFill>
              <a:latin typeface="Arial"/>
              <a:ea typeface="Arial"/>
              <a:cs typeface="Arial"/>
              <a:sym typeface="Arial"/>
            </a:endParaRPr>
          </a:p>
        </p:txBody>
      </p:sp>
      <p:sp>
        <p:nvSpPr>
          <p:cNvPr id="1127" name="Google Shape;1127;p3"/>
          <p:cNvSpPr txBox="1"/>
          <p:nvPr/>
        </p:nvSpPr>
        <p:spPr>
          <a:xfrm>
            <a:off x="7607317" y="2692395"/>
            <a:ext cx="1558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900"/>
              <a:buFont typeface="Arial"/>
              <a:buNone/>
            </a:pPr>
            <a:r>
              <a:rPr lang="en-US" sz="900" b="1" i="0" u="none" strike="noStrike" cap="none">
                <a:solidFill>
                  <a:srgbClr val="1E4E79"/>
                </a:solidFill>
                <a:latin typeface="Arial"/>
                <a:ea typeface="Arial"/>
                <a:cs typeface="Arial"/>
                <a:sym typeface="Arial"/>
              </a:rPr>
              <a:t>User Emergency Information</a:t>
            </a:r>
            <a:endParaRPr sz="900" b="1" i="0" u="none" strike="noStrike" cap="none">
              <a:solidFill>
                <a:srgbClr val="282828"/>
              </a:solidFill>
              <a:latin typeface="Arial"/>
              <a:ea typeface="Arial"/>
              <a:cs typeface="Arial"/>
              <a:sym typeface="Arial"/>
            </a:endParaRPr>
          </a:p>
        </p:txBody>
      </p:sp>
      <p:sp>
        <p:nvSpPr>
          <p:cNvPr id="1128" name="Google Shape;1128;p3"/>
          <p:cNvSpPr txBox="1"/>
          <p:nvPr/>
        </p:nvSpPr>
        <p:spPr>
          <a:xfrm>
            <a:off x="7657162" y="4104820"/>
            <a:ext cx="1558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900"/>
              <a:buFont typeface="Arial"/>
              <a:buNone/>
            </a:pPr>
            <a:r>
              <a:rPr lang="en-US" sz="900" b="1" i="0" u="none" strike="noStrike" cap="none">
                <a:solidFill>
                  <a:srgbClr val="1E4E79"/>
                </a:solidFill>
                <a:latin typeface="Arial"/>
                <a:ea typeface="Arial"/>
                <a:cs typeface="Arial"/>
                <a:sym typeface="Arial"/>
              </a:rPr>
              <a:t>Request Emergency Information Confirmation</a:t>
            </a:r>
            <a:endParaRPr sz="900" b="1" i="0" u="none" strike="noStrike" cap="none">
              <a:solidFill>
                <a:srgbClr val="282828"/>
              </a:solidFill>
              <a:latin typeface="Arial"/>
              <a:ea typeface="Arial"/>
              <a:cs typeface="Arial"/>
              <a:sym typeface="Arial"/>
            </a:endParaRPr>
          </a:p>
        </p:txBody>
      </p:sp>
      <p:sp>
        <p:nvSpPr>
          <p:cNvPr id="1129" name="Google Shape;1129;p3"/>
          <p:cNvSpPr txBox="1"/>
          <p:nvPr/>
        </p:nvSpPr>
        <p:spPr>
          <a:xfrm>
            <a:off x="3726757" y="5636102"/>
            <a:ext cx="1558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900"/>
              <a:buFont typeface="Arial"/>
              <a:buNone/>
            </a:pPr>
            <a:r>
              <a:rPr lang="en-US" sz="900" b="1" i="0" u="none" strike="noStrike" cap="none">
                <a:solidFill>
                  <a:srgbClr val="1E4E79"/>
                </a:solidFill>
                <a:latin typeface="Arial"/>
                <a:ea typeface="Arial"/>
                <a:cs typeface="Arial"/>
                <a:sym typeface="Arial"/>
              </a:rPr>
              <a:t>Hospital Profile Information</a:t>
            </a:r>
            <a:endParaRPr sz="900" b="1" i="0" u="none" strike="noStrike" cap="none">
              <a:solidFill>
                <a:srgbClr val="282828"/>
              </a:solidFill>
              <a:latin typeface="Arial"/>
              <a:ea typeface="Arial"/>
              <a:cs typeface="Arial"/>
              <a:sym typeface="Arial"/>
            </a:endParaRPr>
          </a:p>
        </p:txBody>
      </p:sp>
      <p:sp>
        <p:nvSpPr>
          <p:cNvPr id="1130" name="Google Shape;1130;p3"/>
          <p:cNvSpPr txBox="1"/>
          <p:nvPr/>
        </p:nvSpPr>
        <p:spPr>
          <a:xfrm>
            <a:off x="3739366" y="6384430"/>
            <a:ext cx="1558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900"/>
              <a:buFont typeface="Arial"/>
              <a:buNone/>
            </a:pPr>
            <a:r>
              <a:rPr lang="en-US" sz="900" b="1" i="0" u="none" strike="noStrike" cap="none">
                <a:solidFill>
                  <a:srgbClr val="1E4E79"/>
                </a:solidFill>
                <a:latin typeface="Arial"/>
                <a:ea typeface="Arial"/>
                <a:cs typeface="Arial"/>
                <a:sym typeface="Arial"/>
              </a:rPr>
              <a:t>User Emergency Information</a:t>
            </a:r>
            <a:endParaRPr sz="900" b="1" i="0" u="none" strike="noStrike" cap="none">
              <a:solidFill>
                <a:srgbClr val="282828"/>
              </a:solidFill>
              <a:latin typeface="Arial"/>
              <a:ea typeface="Arial"/>
              <a:cs typeface="Arial"/>
              <a:sym typeface="Arial"/>
            </a:endParaRPr>
          </a:p>
        </p:txBody>
      </p:sp>
      <p:sp>
        <p:nvSpPr>
          <p:cNvPr id="1131" name="Google Shape;1131;p3"/>
          <p:cNvSpPr txBox="1"/>
          <p:nvPr/>
        </p:nvSpPr>
        <p:spPr>
          <a:xfrm>
            <a:off x="7730943" y="5729695"/>
            <a:ext cx="1558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900"/>
              <a:buFont typeface="Arial"/>
              <a:buNone/>
            </a:pPr>
            <a:r>
              <a:rPr lang="en-US" sz="900" b="1" i="0" u="none" strike="noStrike" cap="none">
                <a:solidFill>
                  <a:srgbClr val="1E4E79"/>
                </a:solidFill>
                <a:latin typeface="Arial"/>
                <a:ea typeface="Arial"/>
                <a:cs typeface="Arial"/>
                <a:sym typeface="Arial"/>
              </a:rPr>
              <a:t>Hospital Profile Information</a:t>
            </a:r>
            <a:endParaRPr sz="900" b="1" i="0" u="none" strike="noStrike" cap="none">
              <a:solidFill>
                <a:srgbClr val="282828"/>
              </a:solidFill>
              <a:latin typeface="Arial"/>
              <a:ea typeface="Arial"/>
              <a:cs typeface="Arial"/>
              <a:sym typeface="Arial"/>
            </a:endParaRPr>
          </a:p>
        </p:txBody>
      </p:sp>
      <p:cxnSp>
        <p:nvCxnSpPr>
          <p:cNvPr id="1132" name="Google Shape;1132;p3"/>
          <p:cNvCxnSpPr>
            <a:stCxn id="1102" idx="1"/>
            <a:endCxn id="1102" idx="7"/>
          </p:cNvCxnSpPr>
          <p:nvPr/>
        </p:nvCxnSpPr>
        <p:spPr>
          <a:xfrm>
            <a:off x="5641920" y="1042177"/>
            <a:ext cx="1014600" cy="0"/>
          </a:xfrm>
          <a:prstGeom prst="straightConnector1">
            <a:avLst/>
          </a:prstGeom>
          <a:noFill/>
          <a:ln w="9525" cap="flat" cmpd="sng">
            <a:solidFill>
              <a:schemeClr val="accent1"/>
            </a:solidFill>
            <a:prstDash val="solid"/>
            <a:miter lim="800000"/>
            <a:headEnd type="none" w="sm" len="sm"/>
            <a:tailEnd type="none" w="sm" len="sm"/>
          </a:ln>
        </p:spPr>
      </p:cxnSp>
      <p:sp>
        <p:nvSpPr>
          <p:cNvPr id="1133" name="Google Shape;1133;p3"/>
          <p:cNvSpPr txBox="1"/>
          <p:nvPr/>
        </p:nvSpPr>
        <p:spPr>
          <a:xfrm>
            <a:off x="5959169" y="926950"/>
            <a:ext cx="380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1.1</a:t>
            </a:r>
            <a:endParaRPr/>
          </a:p>
        </p:txBody>
      </p:sp>
      <p:cxnSp>
        <p:nvCxnSpPr>
          <p:cNvPr id="1134" name="Google Shape;1134;p3"/>
          <p:cNvCxnSpPr/>
          <p:nvPr/>
        </p:nvCxnSpPr>
        <p:spPr>
          <a:xfrm>
            <a:off x="5473348" y="1176222"/>
            <a:ext cx="1293000" cy="0"/>
          </a:xfrm>
          <a:prstGeom prst="straightConnector1">
            <a:avLst/>
          </a:prstGeom>
          <a:noFill/>
          <a:ln w="12700" cap="flat" cmpd="sng">
            <a:solidFill>
              <a:schemeClr val="lt1"/>
            </a:solidFill>
            <a:prstDash val="solid"/>
            <a:miter lim="800000"/>
            <a:headEnd type="none" w="sm" len="sm"/>
            <a:tailEnd type="none" w="sm" len="sm"/>
          </a:ln>
        </p:spPr>
      </p:cxnSp>
      <p:sp>
        <p:nvSpPr>
          <p:cNvPr id="1135" name="Google Shape;1135;p3"/>
          <p:cNvSpPr txBox="1"/>
          <p:nvPr/>
        </p:nvSpPr>
        <p:spPr>
          <a:xfrm>
            <a:off x="6025476" y="2465343"/>
            <a:ext cx="380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1.2</a:t>
            </a:r>
            <a:endParaRPr/>
          </a:p>
        </p:txBody>
      </p:sp>
      <p:cxnSp>
        <p:nvCxnSpPr>
          <p:cNvPr id="1136" name="Google Shape;1136;p3"/>
          <p:cNvCxnSpPr/>
          <p:nvPr/>
        </p:nvCxnSpPr>
        <p:spPr>
          <a:xfrm>
            <a:off x="5539655" y="2714615"/>
            <a:ext cx="1293000" cy="0"/>
          </a:xfrm>
          <a:prstGeom prst="straightConnector1">
            <a:avLst/>
          </a:prstGeom>
          <a:noFill/>
          <a:ln w="12700" cap="flat" cmpd="sng">
            <a:solidFill>
              <a:schemeClr val="lt1"/>
            </a:solidFill>
            <a:prstDash val="solid"/>
            <a:miter lim="800000"/>
            <a:headEnd type="none" w="sm" len="sm"/>
            <a:tailEnd type="none" w="sm" len="sm"/>
          </a:ln>
        </p:spPr>
      </p:cxnSp>
      <p:sp>
        <p:nvSpPr>
          <p:cNvPr id="1137" name="Google Shape;1137;p3"/>
          <p:cNvSpPr txBox="1"/>
          <p:nvPr/>
        </p:nvSpPr>
        <p:spPr>
          <a:xfrm>
            <a:off x="6049147" y="3973524"/>
            <a:ext cx="380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1.3</a:t>
            </a:r>
            <a:endParaRPr/>
          </a:p>
        </p:txBody>
      </p:sp>
      <p:cxnSp>
        <p:nvCxnSpPr>
          <p:cNvPr id="1138" name="Google Shape;1138;p3"/>
          <p:cNvCxnSpPr/>
          <p:nvPr/>
        </p:nvCxnSpPr>
        <p:spPr>
          <a:xfrm>
            <a:off x="5563326" y="4222796"/>
            <a:ext cx="1293000" cy="0"/>
          </a:xfrm>
          <a:prstGeom prst="straightConnector1">
            <a:avLst/>
          </a:prstGeom>
          <a:noFill/>
          <a:ln w="12700" cap="flat" cmpd="sng">
            <a:solidFill>
              <a:schemeClr val="lt1"/>
            </a:solidFill>
            <a:prstDash val="solid"/>
            <a:miter lim="800000"/>
            <a:headEnd type="none" w="sm" len="sm"/>
            <a:tailEnd type="none" w="sm" len="sm"/>
          </a:ln>
        </p:spPr>
      </p:cxnSp>
      <p:sp>
        <p:nvSpPr>
          <p:cNvPr id="1139" name="Google Shape;1139;p3"/>
          <p:cNvSpPr txBox="1"/>
          <p:nvPr/>
        </p:nvSpPr>
        <p:spPr>
          <a:xfrm>
            <a:off x="6025476" y="5497603"/>
            <a:ext cx="380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1.4</a:t>
            </a:r>
            <a:endParaRPr/>
          </a:p>
        </p:txBody>
      </p:sp>
      <p:cxnSp>
        <p:nvCxnSpPr>
          <p:cNvPr id="1140" name="Google Shape;1140;p3"/>
          <p:cNvCxnSpPr/>
          <p:nvPr/>
        </p:nvCxnSpPr>
        <p:spPr>
          <a:xfrm>
            <a:off x="5539655" y="5746875"/>
            <a:ext cx="1293000"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cxnSp>
        <p:nvCxnSpPr>
          <p:cNvPr id="1142" name="Google Shape;1142;p4"/>
          <p:cNvCxnSpPr/>
          <p:nvPr/>
        </p:nvCxnSpPr>
        <p:spPr>
          <a:xfrm>
            <a:off x="302067" y="6873567"/>
            <a:ext cx="11916600" cy="0"/>
          </a:xfrm>
          <a:prstGeom prst="straightConnector1">
            <a:avLst/>
          </a:prstGeom>
          <a:noFill/>
          <a:ln w="9525" cap="flat" cmpd="sng">
            <a:solidFill>
              <a:schemeClr val="accent1"/>
            </a:solidFill>
            <a:prstDash val="solid"/>
            <a:miter lim="800000"/>
            <a:headEnd type="none" w="sm" len="sm"/>
            <a:tailEnd type="none" w="sm" len="sm"/>
          </a:ln>
        </p:spPr>
      </p:cxnSp>
      <p:sp>
        <p:nvSpPr>
          <p:cNvPr id="1143" name="Google Shape;1143;p4"/>
          <p:cNvSpPr txBox="1">
            <a:spLocks noGrp="1"/>
          </p:cNvSpPr>
          <p:nvPr>
            <p:ph type="title"/>
          </p:nvPr>
        </p:nvSpPr>
        <p:spPr>
          <a:xfrm>
            <a:off x="5321257" y="106489"/>
            <a:ext cx="10042500" cy="417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2133"/>
              <a:buFont typeface="Calibri"/>
              <a:buNone/>
            </a:pPr>
            <a:r>
              <a:rPr lang="en-US" sz="2133" b="1" dirty="0"/>
              <a:t>Class UML</a:t>
            </a:r>
            <a:endParaRPr sz="2133" b="1" dirty="0"/>
          </a:p>
        </p:txBody>
      </p:sp>
      <p:sp>
        <p:nvSpPr>
          <p:cNvPr id="1144" name="Google Shape;1144;p4"/>
          <p:cNvSpPr/>
          <p:nvPr/>
        </p:nvSpPr>
        <p:spPr>
          <a:xfrm rot="5400000" flipH="1">
            <a:off x="-3077337" y="3352801"/>
            <a:ext cx="6858000" cy="152400"/>
          </a:xfrm>
          <a:prstGeom prst="rect">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933"/>
              <a:buFont typeface="Calibri"/>
              <a:buNone/>
            </a:pPr>
            <a:endParaRPr sz="933" b="0" i="0" u="none" strike="noStrike" cap="none">
              <a:solidFill>
                <a:srgbClr val="FFFFFF"/>
              </a:solidFill>
              <a:latin typeface="Arial"/>
              <a:ea typeface="Arial"/>
              <a:cs typeface="Arial"/>
              <a:sym typeface="Arial"/>
            </a:endParaRPr>
          </a:p>
        </p:txBody>
      </p:sp>
      <p:sp>
        <p:nvSpPr>
          <p:cNvPr id="1145" name="Google Shape;1145;p4"/>
          <p:cNvSpPr txBox="1"/>
          <p:nvPr/>
        </p:nvSpPr>
        <p:spPr>
          <a:xfrm>
            <a:off x="5711005" y="201046"/>
            <a:ext cx="184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Calibri"/>
              <a:ea typeface="Calibri"/>
              <a:cs typeface="Calibri"/>
              <a:sym typeface="Calibri"/>
            </a:endParaRPr>
          </a:p>
        </p:txBody>
      </p:sp>
      <p:cxnSp>
        <p:nvCxnSpPr>
          <p:cNvPr id="1146" name="Google Shape;1146;p4"/>
          <p:cNvCxnSpPr/>
          <p:nvPr/>
        </p:nvCxnSpPr>
        <p:spPr>
          <a:xfrm>
            <a:off x="302067" y="-6075"/>
            <a:ext cx="11856600" cy="0"/>
          </a:xfrm>
          <a:prstGeom prst="straightConnector1">
            <a:avLst/>
          </a:prstGeom>
          <a:noFill/>
          <a:ln w="9525" cap="flat" cmpd="sng">
            <a:solidFill>
              <a:schemeClr val="accent1"/>
            </a:solidFill>
            <a:prstDash val="solid"/>
            <a:miter lim="800000"/>
            <a:headEnd type="none" w="sm" len="sm"/>
            <a:tailEnd type="none" w="sm" len="sm"/>
          </a:ln>
        </p:spPr>
      </p:cxnSp>
      <p:cxnSp>
        <p:nvCxnSpPr>
          <p:cNvPr id="1147" name="Google Shape;1147;p4"/>
          <p:cNvCxnSpPr/>
          <p:nvPr/>
        </p:nvCxnSpPr>
        <p:spPr>
          <a:xfrm>
            <a:off x="427863" y="588806"/>
            <a:ext cx="11764200" cy="0"/>
          </a:xfrm>
          <a:prstGeom prst="straightConnector1">
            <a:avLst/>
          </a:prstGeom>
          <a:noFill/>
          <a:ln w="9525" cap="flat" cmpd="sng">
            <a:solidFill>
              <a:schemeClr val="accent1"/>
            </a:solidFill>
            <a:prstDash val="solid"/>
            <a:miter lim="800000"/>
            <a:headEnd type="none" w="sm" len="sm"/>
            <a:tailEnd type="none" w="sm" len="sm"/>
          </a:ln>
        </p:spPr>
      </p:cxnSp>
      <p:graphicFrame>
        <p:nvGraphicFramePr>
          <p:cNvPr id="1148" name="Google Shape;1148;p4"/>
          <p:cNvGraphicFramePr/>
          <p:nvPr>
            <p:extLst>
              <p:ext uri="{D42A27DB-BD31-4B8C-83A1-F6EECF244321}">
                <p14:modId xmlns:p14="http://schemas.microsoft.com/office/powerpoint/2010/main" val="1344859163"/>
              </p:ext>
            </p:extLst>
          </p:nvPr>
        </p:nvGraphicFramePr>
        <p:xfrm>
          <a:off x="4903180" y="592009"/>
          <a:ext cx="2346100" cy="1901580"/>
        </p:xfrm>
        <a:graphic>
          <a:graphicData uri="http://schemas.openxmlformats.org/drawingml/2006/table">
            <a:tbl>
              <a:tblPr firstRow="1" bandRow="1">
                <a:noFill/>
                <a:tableStyleId>{A5A8EBA4-FC6B-4EA4-9778-C4DF5C27562E}</a:tableStyleId>
              </a:tblPr>
              <a:tblGrid>
                <a:gridCol w="2346100">
                  <a:extLst>
                    <a:ext uri="{9D8B030D-6E8A-4147-A177-3AD203B41FA5}">
                      <a16:colId xmlns:a16="http://schemas.microsoft.com/office/drawing/2014/main" val="20000"/>
                    </a:ext>
                  </a:extLst>
                </a:gridCol>
              </a:tblGrid>
              <a:tr h="545200">
                <a:tc>
                  <a:txBody>
                    <a:bodyPr/>
                    <a:lstStyle/>
                    <a:p>
                      <a:pPr marL="0" marR="0" lvl="0" indent="0" algn="ctr" rtl="0">
                        <a:lnSpc>
                          <a:spcPct val="150000"/>
                        </a:lnSpc>
                        <a:spcBef>
                          <a:spcPts val="0"/>
                        </a:spcBef>
                        <a:spcAft>
                          <a:spcPts val="0"/>
                        </a:spcAft>
                        <a:buNone/>
                        <a:defRPr sz="1400" u="none" strike="noStrike" cap="none"/>
                      </a:pPr>
                      <a:r>
                        <a:rPr lang="en-US" sz="1800" u="none" strike="noStrike" cap="none" dirty="0"/>
                        <a:t>admin</a:t>
                      </a:r>
                      <a:endParaRPr dirty="0"/>
                    </a:p>
                  </a:txBody>
                  <a:tcPr marL="91450" marR="91450" marT="45725" marB="45725"/>
                </a:tc>
                <a:extLst>
                  <a:ext uri="{0D108BD9-81ED-4DB2-BD59-A6C34878D82A}">
                    <a16:rowId xmlns:a16="http://schemas.microsoft.com/office/drawing/2014/main" val="10000"/>
                  </a:ext>
                </a:extLst>
              </a:tr>
              <a:tr h="545200">
                <a:tc>
                  <a:txBody>
                    <a:bodyPr/>
                    <a:lstStyle/>
                    <a:p>
                      <a:pPr marL="285750" marR="0" lvl="0" indent="-203200" algn="l" rtl="0">
                        <a:lnSpc>
                          <a:spcPct val="100000"/>
                        </a:lnSpc>
                        <a:spcBef>
                          <a:spcPts val="0"/>
                        </a:spcBef>
                        <a:spcAft>
                          <a:spcPts val="0"/>
                        </a:spcAft>
                        <a:buClr>
                          <a:schemeClr val="dk1"/>
                        </a:buClr>
                        <a:buSzPts val="1300"/>
                        <a:buFont typeface="Arial"/>
                        <a:buNone/>
                        <a:defRPr sz="1400" u="none" strike="noStrike" cap="none"/>
                      </a:pPr>
                      <a:endParaRPr sz="1300" u="none" strike="noStrike" cap="none"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u="none" strike="noStrike" cap="none" dirty="0"/>
                        <a:t>- email:String</a:t>
                      </a:r>
                      <a:endParaRPr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u="none" strike="noStrike" cap="none" dirty="0"/>
                        <a:t>- password:String</a:t>
                      </a:r>
                      <a:endParaRPr sz="1200" u="none" strike="noStrike" cap="none" dirty="0"/>
                    </a:p>
                  </a:txBody>
                  <a:tcPr marL="91450" marR="91450" marT="45725" marB="45725"/>
                </a:tc>
                <a:extLst>
                  <a:ext uri="{0D108BD9-81ED-4DB2-BD59-A6C34878D82A}">
                    <a16:rowId xmlns:a16="http://schemas.microsoft.com/office/drawing/2014/main" val="10001"/>
                  </a:ext>
                </a:extLst>
              </a:tr>
              <a:tr h="545200">
                <a:tc>
                  <a:txBody>
                    <a:bodyPr/>
                    <a:lstStyle/>
                    <a:p>
                      <a:pPr marL="0" marR="0" lvl="0" indent="0" algn="l" rtl="0">
                        <a:lnSpc>
                          <a:spcPct val="100000"/>
                        </a:lnSpc>
                        <a:spcBef>
                          <a:spcPts val="0"/>
                        </a:spcBef>
                        <a:spcAft>
                          <a:spcPts val="0"/>
                        </a:spcAft>
                        <a:buClr>
                          <a:schemeClr val="dk1"/>
                        </a:buClr>
                        <a:buSzPts val="1200"/>
                        <a:buFont typeface="Arial"/>
                        <a:buNone/>
                        <a:defRPr sz="1400" u="none" strike="noStrike" cap="none"/>
                      </a:pPr>
                      <a:endParaRPr sz="1200" u="none" strike="noStrike" cap="none"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u="none" strike="noStrike" cap="none" dirty="0"/>
                        <a:t>+ editUser()</a:t>
                      </a:r>
                      <a:endParaRPr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u="none" strike="noStrike" cap="none" dirty="0"/>
                        <a:t>+ manageReport()</a:t>
                      </a:r>
                      <a:endParaRPr sz="1800" u="none" strike="noStrike" cap="none" dirty="0"/>
                    </a:p>
                  </a:txBody>
                  <a:tcPr marL="91450" marR="91450" marT="45725" marB="45725"/>
                </a:tc>
                <a:extLst>
                  <a:ext uri="{0D108BD9-81ED-4DB2-BD59-A6C34878D82A}">
                    <a16:rowId xmlns:a16="http://schemas.microsoft.com/office/drawing/2014/main" val="10002"/>
                  </a:ext>
                </a:extLst>
              </a:tr>
            </a:tbl>
          </a:graphicData>
        </a:graphic>
      </p:graphicFrame>
      <p:graphicFrame>
        <p:nvGraphicFramePr>
          <p:cNvPr id="1149" name="Google Shape;1149;p4"/>
          <p:cNvGraphicFramePr/>
          <p:nvPr>
            <p:extLst>
              <p:ext uri="{D42A27DB-BD31-4B8C-83A1-F6EECF244321}">
                <p14:modId xmlns:p14="http://schemas.microsoft.com/office/powerpoint/2010/main" val="1391366693"/>
              </p:ext>
            </p:extLst>
          </p:nvPr>
        </p:nvGraphicFramePr>
        <p:xfrm>
          <a:off x="2253028" y="3609633"/>
          <a:ext cx="2346100" cy="3151250"/>
        </p:xfrm>
        <a:graphic>
          <a:graphicData uri="http://schemas.openxmlformats.org/drawingml/2006/table">
            <a:tbl>
              <a:tblPr firstRow="1" bandRow="1">
                <a:noFill/>
                <a:tableStyleId>{A5A8EBA4-FC6B-4EA4-9778-C4DF5C27562E}</a:tableStyleId>
              </a:tblPr>
              <a:tblGrid>
                <a:gridCol w="2346100">
                  <a:extLst>
                    <a:ext uri="{9D8B030D-6E8A-4147-A177-3AD203B41FA5}">
                      <a16:colId xmlns:a16="http://schemas.microsoft.com/office/drawing/2014/main" val="20000"/>
                    </a:ext>
                  </a:extLst>
                </a:gridCol>
              </a:tblGrid>
              <a:tr h="584800">
                <a:tc>
                  <a:txBody>
                    <a:bodyPr/>
                    <a:lstStyle/>
                    <a:p>
                      <a:pPr marL="0" marR="0" lvl="0" indent="0" algn="ctr" rtl="0">
                        <a:lnSpc>
                          <a:spcPct val="150000"/>
                        </a:lnSpc>
                        <a:spcBef>
                          <a:spcPts val="0"/>
                        </a:spcBef>
                        <a:spcAft>
                          <a:spcPts val="0"/>
                        </a:spcAft>
                        <a:buNone/>
                        <a:defRPr sz="1400" u="none" strike="noStrike" cap="none"/>
                      </a:pPr>
                      <a:r>
                        <a:rPr lang="en-US" sz="1800" u="none" strike="noStrike" cap="none"/>
                        <a:t>user</a:t>
                      </a:r>
                      <a:endParaRPr/>
                    </a:p>
                  </a:txBody>
                  <a:tcPr marL="91450" marR="91450" marT="45725" marB="45725"/>
                </a:tc>
                <a:extLst>
                  <a:ext uri="{0D108BD9-81ED-4DB2-BD59-A6C34878D82A}">
                    <a16:rowId xmlns:a16="http://schemas.microsoft.com/office/drawing/2014/main" val="10000"/>
                  </a:ext>
                </a:extLst>
              </a:tr>
              <a:tr h="1552950">
                <a:tc>
                  <a:txBody>
                    <a:bodyPr/>
                    <a:lstStyle/>
                    <a:p>
                      <a:pPr marL="285750" marR="0" lvl="0" indent="-203200" algn="l" rtl="0">
                        <a:lnSpc>
                          <a:spcPct val="100000"/>
                        </a:lnSpc>
                        <a:spcBef>
                          <a:spcPts val="0"/>
                        </a:spcBef>
                        <a:spcAft>
                          <a:spcPts val="0"/>
                        </a:spcAft>
                        <a:buClr>
                          <a:schemeClr val="dk1"/>
                        </a:buClr>
                        <a:buSzPts val="1300"/>
                        <a:buFont typeface="Arial"/>
                        <a:buNone/>
                        <a:defRPr sz="1400" u="none" strike="noStrike" cap="none"/>
                      </a:pPr>
                      <a:endParaRPr sz="1300" u="none" strike="noStrike" cap="none"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u="none" strike="noStrike" cap="none" dirty="0"/>
                        <a:t>- Name:String</a:t>
                      </a:r>
                      <a:endParaRPr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u="none" strike="noStrike" cap="none" dirty="0"/>
                        <a:t>- Contact:int</a:t>
                      </a:r>
                      <a:endParaRPr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u="none" strike="noStrike" cap="none" dirty="0"/>
                        <a:t>- email:String</a:t>
                      </a:r>
                      <a:endParaRPr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u="none" strike="noStrike" cap="none" dirty="0"/>
                        <a:t>- password:String</a:t>
                      </a:r>
                      <a:endParaRPr dirty="0"/>
                    </a:p>
                    <a:p>
                      <a:pPr marL="0" marR="0" lvl="0" indent="0" algn="l" rtl="0">
                        <a:lnSpc>
                          <a:spcPct val="100000"/>
                        </a:lnSpc>
                        <a:spcBef>
                          <a:spcPts val="0"/>
                        </a:spcBef>
                        <a:spcAft>
                          <a:spcPts val="0"/>
                        </a:spcAft>
                        <a:buClr>
                          <a:schemeClr val="dk1"/>
                        </a:buClr>
                        <a:buSzPts val="1200"/>
                        <a:buFont typeface="Arial"/>
                        <a:buNone/>
                        <a:defRPr sz="1400" u="none" strike="noStrike" cap="none"/>
                      </a:pPr>
                      <a:endParaRPr sz="1200" u="none" strike="noStrike" cap="none" dirty="0"/>
                    </a:p>
                    <a:p>
                      <a:pPr marL="0" marR="0" lvl="0" indent="0" algn="l" rtl="0">
                        <a:lnSpc>
                          <a:spcPct val="100000"/>
                        </a:lnSpc>
                        <a:spcBef>
                          <a:spcPts val="0"/>
                        </a:spcBef>
                        <a:spcAft>
                          <a:spcPts val="0"/>
                        </a:spcAft>
                        <a:buClr>
                          <a:schemeClr val="dk1"/>
                        </a:buClr>
                        <a:buSzPts val="1200"/>
                        <a:buFont typeface="Arial"/>
                        <a:buNone/>
                        <a:defRPr sz="1400" u="none" strike="noStrike" cap="none"/>
                      </a:pPr>
                      <a:endParaRPr sz="1200" u="none" strike="noStrike" cap="none" dirty="0"/>
                    </a:p>
                  </a:txBody>
                  <a:tcPr marL="91450" marR="91450" marT="45725" marB="45725"/>
                </a:tc>
                <a:extLst>
                  <a:ext uri="{0D108BD9-81ED-4DB2-BD59-A6C34878D82A}">
                    <a16:rowId xmlns:a16="http://schemas.microsoft.com/office/drawing/2014/main" val="10001"/>
                  </a:ext>
                </a:extLst>
              </a:tr>
              <a:tr h="1013500">
                <a:tc>
                  <a:txBody>
                    <a:bodyPr/>
                    <a:lstStyle/>
                    <a:p>
                      <a:pPr marL="0" marR="0" lvl="0" indent="0" algn="l" rtl="0">
                        <a:lnSpc>
                          <a:spcPct val="100000"/>
                        </a:lnSpc>
                        <a:spcBef>
                          <a:spcPts val="0"/>
                        </a:spcBef>
                        <a:spcAft>
                          <a:spcPts val="0"/>
                        </a:spcAft>
                        <a:buClr>
                          <a:schemeClr val="dk1"/>
                        </a:buClr>
                        <a:buSzPts val="1200"/>
                        <a:buFont typeface="Arial"/>
                        <a:buNone/>
                        <a:defRPr sz="1400" u="none" strike="noStrike" cap="none"/>
                      </a:pPr>
                      <a:endParaRPr sz="1200" u="none" strike="noStrike" cap="none"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u="none" strike="noStrike" cap="none" dirty="0"/>
                        <a:t>+ FillForm()</a:t>
                      </a:r>
                      <a:endParaRPr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u="none" strike="noStrike" cap="none" dirty="0"/>
                        <a:t>+ ScanQR()</a:t>
                      </a:r>
                      <a:endParaRPr dirty="0"/>
                    </a:p>
                    <a:p>
                      <a:pPr marL="0" marR="0" lvl="0" indent="0" algn="l" rtl="0">
                        <a:lnSpc>
                          <a:spcPct val="100000"/>
                        </a:lnSpc>
                        <a:spcBef>
                          <a:spcPts val="0"/>
                        </a:spcBef>
                        <a:spcAft>
                          <a:spcPts val="0"/>
                        </a:spcAft>
                        <a:buNone/>
                        <a:defRPr sz="1400" u="none" strike="noStrike" cap="none"/>
                      </a:pPr>
                      <a:endParaRPr sz="1800" dirty="0"/>
                    </a:p>
                  </a:txBody>
                  <a:tcPr marL="91450" marR="91450" marT="45725" marB="45725"/>
                </a:tc>
                <a:extLst>
                  <a:ext uri="{0D108BD9-81ED-4DB2-BD59-A6C34878D82A}">
                    <a16:rowId xmlns:a16="http://schemas.microsoft.com/office/drawing/2014/main" val="10002"/>
                  </a:ext>
                </a:extLst>
              </a:tr>
            </a:tbl>
          </a:graphicData>
        </a:graphic>
      </p:graphicFrame>
      <p:graphicFrame>
        <p:nvGraphicFramePr>
          <p:cNvPr id="1150" name="Google Shape;1150;p4"/>
          <p:cNvGraphicFramePr/>
          <p:nvPr>
            <p:extLst>
              <p:ext uri="{D42A27DB-BD31-4B8C-83A1-F6EECF244321}">
                <p14:modId xmlns:p14="http://schemas.microsoft.com/office/powerpoint/2010/main" val="3719351309"/>
              </p:ext>
            </p:extLst>
          </p:nvPr>
        </p:nvGraphicFramePr>
        <p:xfrm>
          <a:off x="7254050" y="3554974"/>
          <a:ext cx="2346100" cy="3151260"/>
        </p:xfrm>
        <a:graphic>
          <a:graphicData uri="http://schemas.openxmlformats.org/drawingml/2006/table">
            <a:tbl>
              <a:tblPr firstRow="1" bandRow="1">
                <a:noFill/>
                <a:tableStyleId>{A5A8EBA4-FC6B-4EA4-9778-C4DF5C27562E}</a:tableStyleId>
              </a:tblPr>
              <a:tblGrid>
                <a:gridCol w="2346100">
                  <a:extLst>
                    <a:ext uri="{9D8B030D-6E8A-4147-A177-3AD203B41FA5}">
                      <a16:colId xmlns:a16="http://schemas.microsoft.com/office/drawing/2014/main" val="20000"/>
                    </a:ext>
                  </a:extLst>
                </a:gridCol>
              </a:tblGrid>
              <a:tr h="545200">
                <a:tc>
                  <a:txBody>
                    <a:bodyPr/>
                    <a:lstStyle/>
                    <a:p>
                      <a:pPr marL="0" marR="0" lvl="0" indent="0" algn="ctr" rtl="0">
                        <a:lnSpc>
                          <a:spcPct val="150000"/>
                        </a:lnSpc>
                        <a:spcBef>
                          <a:spcPts val="0"/>
                        </a:spcBef>
                        <a:spcAft>
                          <a:spcPts val="0"/>
                        </a:spcAft>
                        <a:buNone/>
                        <a:defRPr sz="1400" u="none" strike="noStrike" cap="none"/>
                      </a:pPr>
                      <a:r>
                        <a:rPr lang="en-US" sz="1800"/>
                        <a:t>form</a:t>
                      </a:r>
                      <a:endParaRPr/>
                    </a:p>
                  </a:txBody>
                  <a:tcPr marL="91450" marR="91450" marT="45725" marB="45725"/>
                </a:tc>
                <a:extLst>
                  <a:ext uri="{0D108BD9-81ED-4DB2-BD59-A6C34878D82A}">
                    <a16:rowId xmlns:a16="http://schemas.microsoft.com/office/drawing/2014/main" val="10000"/>
                  </a:ext>
                </a:extLst>
              </a:tr>
              <a:tr h="545200">
                <a:tc>
                  <a:txBody>
                    <a:bodyPr/>
                    <a:lstStyle/>
                    <a:p>
                      <a:pPr marL="0" marR="0" lvl="0" indent="0" algn="l" rtl="0">
                        <a:lnSpc>
                          <a:spcPct val="100000"/>
                        </a:lnSpc>
                        <a:spcBef>
                          <a:spcPts val="0"/>
                        </a:spcBef>
                        <a:spcAft>
                          <a:spcPts val="0"/>
                        </a:spcAft>
                        <a:buClr>
                          <a:schemeClr val="dk1"/>
                        </a:buClr>
                        <a:buSzPts val="1300"/>
                        <a:buFont typeface="Arial"/>
                        <a:buNone/>
                        <a:defRPr sz="1400" u="none" strike="noStrike" cap="none"/>
                      </a:pPr>
                      <a:endParaRPr sz="1300"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dirty="0"/>
                        <a:t>- Name:String</a:t>
                      </a:r>
                      <a:endParaRPr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dirty="0"/>
                        <a:t>- Contact:int</a:t>
                      </a:r>
                      <a:endParaRPr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dirty="0"/>
                        <a:t>- Gender:String</a:t>
                      </a:r>
                      <a:endParaRPr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dirty="0"/>
                        <a:t>- email:String</a:t>
                      </a:r>
                      <a:endParaRPr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dirty="0"/>
                        <a:t>- BloodGroup:int</a:t>
                      </a:r>
                      <a:endParaRPr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dirty="0"/>
                        <a:t>- EmergencyContact:int</a:t>
                      </a:r>
                      <a:endParaRPr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dirty="0"/>
                        <a:t>- FamilyDoctorContact:int</a:t>
                      </a:r>
                      <a:endParaRPr dirty="0"/>
                    </a:p>
                    <a:p>
                      <a:pPr marL="0" marR="0" lvl="0" indent="0" algn="l" rtl="0">
                        <a:lnSpc>
                          <a:spcPct val="100000"/>
                        </a:lnSpc>
                        <a:spcBef>
                          <a:spcPts val="0"/>
                        </a:spcBef>
                        <a:spcAft>
                          <a:spcPts val="0"/>
                        </a:spcAft>
                        <a:buClr>
                          <a:schemeClr val="dk1"/>
                        </a:buClr>
                        <a:buSzPts val="1200"/>
                        <a:buFont typeface="Arial"/>
                        <a:buNone/>
                        <a:defRPr sz="1400" u="none" strike="noStrike" cap="none"/>
                      </a:pPr>
                      <a:endParaRPr sz="1200" dirty="0"/>
                    </a:p>
                  </a:txBody>
                  <a:tcPr marL="91450" marR="91450" marT="45725" marB="45725"/>
                </a:tc>
                <a:extLst>
                  <a:ext uri="{0D108BD9-81ED-4DB2-BD59-A6C34878D82A}">
                    <a16:rowId xmlns:a16="http://schemas.microsoft.com/office/drawing/2014/main" val="10001"/>
                  </a:ext>
                </a:extLst>
              </a:tr>
              <a:tr h="545200">
                <a:tc>
                  <a:txBody>
                    <a:bodyPr/>
                    <a:lstStyle/>
                    <a:p>
                      <a:pPr marL="0" marR="0" lvl="0" indent="0" algn="l" rtl="0">
                        <a:lnSpc>
                          <a:spcPct val="100000"/>
                        </a:lnSpc>
                        <a:spcBef>
                          <a:spcPts val="0"/>
                        </a:spcBef>
                        <a:spcAft>
                          <a:spcPts val="0"/>
                        </a:spcAft>
                        <a:buClr>
                          <a:schemeClr val="dk1"/>
                        </a:buClr>
                        <a:buSzPts val="1200"/>
                        <a:buFont typeface="Arial"/>
                        <a:buNone/>
                        <a:defRPr sz="1400" u="none" strike="noStrike" cap="none"/>
                      </a:pPr>
                      <a:endParaRPr sz="1200" dirty="0"/>
                    </a:p>
                    <a:p>
                      <a:pPr marL="0" marR="0" lvl="0" indent="0" algn="l" rtl="0">
                        <a:lnSpc>
                          <a:spcPct val="100000"/>
                        </a:lnSpc>
                        <a:spcBef>
                          <a:spcPts val="0"/>
                        </a:spcBef>
                        <a:spcAft>
                          <a:spcPts val="0"/>
                        </a:spcAft>
                        <a:buClr>
                          <a:schemeClr val="dk1"/>
                        </a:buClr>
                        <a:buSzPts val="1300"/>
                        <a:buFont typeface="Arial"/>
                        <a:buNone/>
                        <a:defRPr sz="1400" u="none" strike="noStrike" cap="none"/>
                      </a:pPr>
                      <a:r>
                        <a:rPr lang="en-US" sz="1300" dirty="0"/>
                        <a:t>+ SubmitForm()</a:t>
                      </a:r>
                      <a:endParaRPr dirty="0"/>
                    </a:p>
                    <a:p>
                      <a:pPr marL="0" marR="0" lvl="0" indent="0" algn="l" rtl="0">
                        <a:lnSpc>
                          <a:spcPct val="100000"/>
                        </a:lnSpc>
                        <a:spcBef>
                          <a:spcPts val="0"/>
                        </a:spcBef>
                        <a:spcAft>
                          <a:spcPts val="0"/>
                        </a:spcAft>
                        <a:buNone/>
                        <a:defRPr sz="1400" u="none" strike="noStrike" cap="none"/>
                      </a:pPr>
                      <a:endParaRPr sz="1800" dirty="0"/>
                    </a:p>
                  </a:txBody>
                  <a:tcPr marL="91450" marR="91450" marT="45725" marB="45725"/>
                </a:tc>
                <a:extLst>
                  <a:ext uri="{0D108BD9-81ED-4DB2-BD59-A6C34878D82A}">
                    <a16:rowId xmlns:a16="http://schemas.microsoft.com/office/drawing/2014/main" val="10002"/>
                  </a:ext>
                </a:extLst>
              </a:tr>
            </a:tbl>
          </a:graphicData>
        </a:graphic>
      </p:graphicFrame>
      <p:sp>
        <p:nvSpPr>
          <p:cNvPr id="1151" name="Google Shape;1151;p4"/>
          <p:cNvSpPr/>
          <p:nvPr/>
        </p:nvSpPr>
        <p:spPr>
          <a:xfrm>
            <a:off x="4650538" y="4648872"/>
            <a:ext cx="272414" cy="101588"/>
          </a:xfrm>
          <a:prstGeom prst="flowChartDecision">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1152" name="Google Shape;1152;p4"/>
          <p:cNvCxnSpPr>
            <a:stCxn id="1151" idx="3"/>
          </p:cNvCxnSpPr>
          <p:nvPr/>
        </p:nvCxnSpPr>
        <p:spPr>
          <a:xfrm rot="10800000" flipH="1">
            <a:off x="4922952" y="4676566"/>
            <a:ext cx="2346000" cy="23100"/>
          </a:xfrm>
          <a:prstGeom prst="straightConnector1">
            <a:avLst/>
          </a:prstGeom>
          <a:noFill/>
          <a:ln w="19050" cap="flat" cmpd="sng">
            <a:solidFill>
              <a:schemeClr val="accent1"/>
            </a:solidFill>
            <a:prstDash val="solid"/>
            <a:miter lim="800000"/>
            <a:headEnd type="none" w="sm" len="sm"/>
            <a:tailEnd type="none" w="sm" len="sm"/>
          </a:ln>
        </p:spPr>
      </p:cxnSp>
      <p:sp>
        <p:nvSpPr>
          <p:cNvPr id="1155" name="Google Shape;1155;p4"/>
          <p:cNvSpPr txBox="1"/>
          <p:nvPr/>
        </p:nvSpPr>
        <p:spPr>
          <a:xfrm>
            <a:off x="4241049" y="4262616"/>
            <a:ext cx="11727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Calibri"/>
              <a:buNone/>
            </a:pPr>
            <a:r>
              <a:rPr lang="en-US" sz="1200" b="1" i="0" u="none" strike="noStrike" cap="none">
                <a:solidFill>
                  <a:srgbClr val="1E4E79"/>
                </a:solidFill>
                <a:latin typeface="Calibri"/>
                <a:ea typeface="Calibri"/>
                <a:cs typeface="Calibri"/>
                <a:sym typeface="Calibri"/>
              </a:rPr>
              <a:t>1</a:t>
            </a:r>
            <a:endParaRPr/>
          </a:p>
          <a:p>
            <a:pPr marL="0" marR="0" lvl="0" indent="0" algn="l" rtl="0">
              <a:lnSpc>
                <a:spcPct val="100000"/>
              </a:lnSpc>
              <a:spcBef>
                <a:spcPts val="0"/>
              </a:spcBef>
              <a:spcAft>
                <a:spcPts val="0"/>
              </a:spcAft>
              <a:buClr>
                <a:schemeClr val="dk1"/>
              </a:buClr>
              <a:buSzPts val="800"/>
              <a:buFont typeface="Calibri"/>
              <a:buNone/>
            </a:pPr>
            <a:endParaRPr sz="800" b="1" i="0" u="none" strike="noStrike" cap="none">
              <a:solidFill>
                <a:srgbClr val="282828"/>
              </a:solidFill>
              <a:latin typeface="Arial"/>
              <a:ea typeface="Arial"/>
              <a:cs typeface="Arial"/>
              <a:sym typeface="Arial"/>
            </a:endParaRPr>
          </a:p>
        </p:txBody>
      </p:sp>
      <p:sp>
        <p:nvSpPr>
          <p:cNvPr id="1156" name="Google Shape;1156;p4"/>
          <p:cNvSpPr txBox="1"/>
          <p:nvPr/>
        </p:nvSpPr>
        <p:spPr>
          <a:xfrm>
            <a:off x="6494752" y="4370621"/>
            <a:ext cx="11727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Calibri"/>
              <a:buNone/>
            </a:pPr>
            <a:r>
              <a:rPr lang="en-US" sz="1200" b="1" i="0" u="none" strike="noStrike" cap="none">
                <a:solidFill>
                  <a:srgbClr val="1E4E79"/>
                </a:solidFill>
                <a:latin typeface="Calibri"/>
                <a:ea typeface="Calibri"/>
                <a:cs typeface="Calibri"/>
                <a:sym typeface="Calibri"/>
              </a:rPr>
              <a:t>1</a:t>
            </a:r>
            <a:endParaRPr/>
          </a:p>
          <a:p>
            <a:pPr marL="0" marR="0" lvl="0" indent="0" algn="l" rtl="0">
              <a:lnSpc>
                <a:spcPct val="100000"/>
              </a:lnSpc>
              <a:spcBef>
                <a:spcPts val="0"/>
              </a:spcBef>
              <a:spcAft>
                <a:spcPts val="0"/>
              </a:spcAft>
              <a:buClr>
                <a:schemeClr val="dk1"/>
              </a:buClr>
              <a:buSzPts val="800"/>
              <a:buFont typeface="Calibri"/>
              <a:buNone/>
            </a:pPr>
            <a:endParaRPr sz="800" b="1" i="0" u="none" strike="noStrike" cap="none">
              <a:solidFill>
                <a:srgbClr val="282828"/>
              </a:solidFill>
              <a:latin typeface="Arial"/>
              <a:ea typeface="Arial"/>
              <a:cs typeface="Arial"/>
              <a:sym typeface="Arial"/>
            </a:endParaRPr>
          </a:p>
        </p:txBody>
      </p:sp>
      <p:sp>
        <p:nvSpPr>
          <p:cNvPr id="2" name="Isosceles Triangle 1"/>
          <p:cNvSpPr/>
          <p:nvPr/>
        </p:nvSpPr>
        <p:spPr>
          <a:xfrm>
            <a:off x="5774158" y="2489969"/>
            <a:ext cx="292345" cy="216797"/>
          </a:xfrm>
          <a:prstGeom prst="triangle">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p:cNvCxnSpPr/>
          <p:nvPr/>
        </p:nvCxnSpPr>
        <p:spPr>
          <a:xfrm flipH="1">
            <a:off x="5920330" y="2720516"/>
            <a:ext cx="1710" cy="304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3407170" y="3017741"/>
            <a:ext cx="5377562"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endCxn id="1149" idx="0"/>
          </p:cNvCxnSpPr>
          <p:nvPr/>
        </p:nvCxnSpPr>
        <p:spPr>
          <a:xfrm>
            <a:off x="3426078" y="3010119"/>
            <a:ext cx="0" cy="5995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8778240" y="3017741"/>
            <a:ext cx="6492" cy="51726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cxnSp>
        <p:nvCxnSpPr>
          <p:cNvPr id="1158" name="Google Shape;1158;p5"/>
          <p:cNvCxnSpPr/>
          <p:nvPr/>
        </p:nvCxnSpPr>
        <p:spPr>
          <a:xfrm>
            <a:off x="302067" y="6873567"/>
            <a:ext cx="11916600" cy="0"/>
          </a:xfrm>
          <a:prstGeom prst="straightConnector1">
            <a:avLst/>
          </a:prstGeom>
          <a:noFill/>
          <a:ln w="9525" cap="flat" cmpd="sng">
            <a:solidFill>
              <a:schemeClr val="accent1"/>
            </a:solidFill>
            <a:prstDash val="solid"/>
            <a:miter lim="800000"/>
            <a:headEnd type="none" w="sm" len="sm"/>
            <a:tailEnd type="none" w="sm" len="sm"/>
          </a:ln>
        </p:spPr>
      </p:cxnSp>
      <p:sp>
        <p:nvSpPr>
          <p:cNvPr id="1159" name="Google Shape;1159;p5"/>
          <p:cNvSpPr txBox="1">
            <a:spLocks noGrp="1"/>
          </p:cNvSpPr>
          <p:nvPr>
            <p:ph type="title"/>
          </p:nvPr>
        </p:nvSpPr>
        <p:spPr>
          <a:xfrm>
            <a:off x="4334865" y="120679"/>
            <a:ext cx="11127300" cy="417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2133"/>
              <a:buFont typeface="Calibri"/>
              <a:buNone/>
            </a:pPr>
            <a:r>
              <a:rPr lang="en-US" sz="2133" dirty="0">
                <a:latin typeface="Calibri"/>
                <a:ea typeface="Calibri"/>
                <a:cs typeface="Calibri"/>
                <a:sym typeface="Calibri"/>
              </a:rPr>
              <a:t>               </a:t>
            </a:r>
            <a:r>
              <a:rPr lang="en-US" sz="2133" b="1" dirty="0"/>
              <a:t>Use </a:t>
            </a:r>
            <a:r>
              <a:rPr lang="en-US" sz="2133" b="1" dirty="0" smtClean="0"/>
              <a:t>Case UML</a:t>
            </a:r>
            <a:endParaRPr sz="2133" b="1" dirty="0">
              <a:latin typeface="Calibri"/>
              <a:ea typeface="Calibri"/>
              <a:cs typeface="Calibri"/>
              <a:sym typeface="Calibri"/>
            </a:endParaRPr>
          </a:p>
        </p:txBody>
      </p:sp>
      <p:sp>
        <p:nvSpPr>
          <p:cNvPr id="1160" name="Google Shape;1160;p5"/>
          <p:cNvSpPr/>
          <p:nvPr/>
        </p:nvSpPr>
        <p:spPr>
          <a:xfrm rot="5400000" flipH="1">
            <a:off x="-3077337" y="3352801"/>
            <a:ext cx="6858000" cy="152400"/>
          </a:xfrm>
          <a:prstGeom prst="rect">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933"/>
              <a:buFont typeface="Calibri"/>
              <a:buNone/>
            </a:pPr>
            <a:endParaRPr sz="933" b="0" i="0" u="none" strike="noStrike" cap="none">
              <a:solidFill>
                <a:srgbClr val="FFFFFF"/>
              </a:solidFill>
              <a:latin typeface="Arial"/>
              <a:ea typeface="Arial"/>
              <a:cs typeface="Arial"/>
              <a:sym typeface="Arial"/>
            </a:endParaRPr>
          </a:p>
        </p:txBody>
      </p:sp>
      <p:sp>
        <p:nvSpPr>
          <p:cNvPr id="1161" name="Google Shape;1161;p5"/>
          <p:cNvSpPr txBox="1"/>
          <p:nvPr/>
        </p:nvSpPr>
        <p:spPr>
          <a:xfrm>
            <a:off x="3821942" y="84945"/>
            <a:ext cx="5135181"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Calibri"/>
              <a:ea typeface="Calibri"/>
              <a:cs typeface="Calibri"/>
              <a:sym typeface="Calibri"/>
            </a:endParaRPr>
          </a:p>
        </p:txBody>
      </p:sp>
      <p:cxnSp>
        <p:nvCxnSpPr>
          <p:cNvPr id="1162" name="Google Shape;1162;p5"/>
          <p:cNvCxnSpPr/>
          <p:nvPr/>
        </p:nvCxnSpPr>
        <p:spPr>
          <a:xfrm>
            <a:off x="302067" y="-6075"/>
            <a:ext cx="11856600" cy="0"/>
          </a:xfrm>
          <a:prstGeom prst="straightConnector1">
            <a:avLst/>
          </a:prstGeom>
          <a:noFill/>
          <a:ln w="9525" cap="flat" cmpd="sng">
            <a:solidFill>
              <a:schemeClr val="accent1"/>
            </a:solidFill>
            <a:prstDash val="solid"/>
            <a:miter lim="800000"/>
            <a:headEnd type="none" w="sm" len="sm"/>
            <a:tailEnd type="none" w="sm" len="sm"/>
          </a:ln>
        </p:spPr>
      </p:cxnSp>
      <p:sp>
        <p:nvSpPr>
          <p:cNvPr id="1163" name="Google Shape;1163;p5"/>
          <p:cNvSpPr/>
          <p:nvPr/>
        </p:nvSpPr>
        <p:spPr>
          <a:xfrm>
            <a:off x="4863304" y="858983"/>
            <a:ext cx="955500" cy="5913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Login</a:t>
            </a:r>
            <a:endParaRPr/>
          </a:p>
        </p:txBody>
      </p:sp>
      <p:sp>
        <p:nvSpPr>
          <p:cNvPr id="1164" name="Google Shape;1164;p5"/>
          <p:cNvSpPr/>
          <p:nvPr/>
        </p:nvSpPr>
        <p:spPr>
          <a:xfrm>
            <a:off x="4863304" y="1738480"/>
            <a:ext cx="955500" cy="5913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Fill</a:t>
            </a:r>
            <a:r>
              <a:rPr lang="en-US" sz="1000" b="0" i="0" u="none" strike="noStrike" cap="none">
                <a:solidFill>
                  <a:srgbClr val="FFFFFF"/>
                </a:solidFill>
                <a:latin typeface="Calibri"/>
                <a:ea typeface="Calibri"/>
                <a:cs typeface="Calibri"/>
                <a:sym typeface="Calibri"/>
              </a:rPr>
              <a:t> </a:t>
            </a:r>
            <a:r>
              <a:rPr lang="en-US" sz="1050" b="0" i="0" u="none" strike="noStrike" cap="none">
                <a:solidFill>
                  <a:srgbClr val="FFFFFF"/>
                </a:solidFill>
                <a:latin typeface="Calibri"/>
                <a:ea typeface="Calibri"/>
                <a:cs typeface="Calibri"/>
                <a:sym typeface="Calibri"/>
              </a:rPr>
              <a:t>Form</a:t>
            </a:r>
            <a:endParaRPr/>
          </a:p>
        </p:txBody>
      </p:sp>
      <p:sp>
        <p:nvSpPr>
          <p:cNvPr id="1165" name="Google Shape;1165;p5"/>
          <p:cNvSpPr/>
          <p:nvPr/>
        </p:nvSpPr>
        <p:spPr>
          <a:xfrm>
            <a:off x="4863304" y="2590143"/>
            <a:ext cx="955500" cy="5913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Password </a:t>
            </a:r>
            <a:r>
              <a:rPr lang="en-US" sz="1050" b="0" i="0" u="none" strike="noStrike" cap="none">
                <a:solidFill>
                  <a:srgbClr val="FFFFFF"/>
                </a:solidFill>
                <a:latin typeface="Calibri"/>
                <a:ea typeface="Calibri"/>
                <a:cs typeface="Calibri"/>
                <a:sym typeface="Calibri"/>
              </a:rPr>
              <a:t>Reset</a:t>
            </a:r>
            <a:endParaRPr/>
          </a:p>
        </p:txBody>
      </p:sp>
      <p:sp>
        <p:nvSpPr>
          <p:cNvPr id="1166" name="Google Shape;1166;p5"/>
          <p:cNvSpPr/>
          <p:nvPr/>
        </p:nvSpPr>
        <p:spPr>
          <a:xfrm>
            <a:off x="4863304" y="3392293"/>
            <a:ext cx="955500" cy="5913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Scan</a:t>
            </a:r>
            <a:r>
              <a:rPr lang="en-US" sz="1000" b="0" i="0" u="none" strike="noStrike" cap="none">
                <a:solidFill>
                  <a:srgbClr val="FFFFFF"/>
                </a:solidFill>
                <a:latin typeface="Calibri"/>
                <a:ea typeface="Calibri"/>
                <a:cs typeface="Calibri"/>
                <a:sym typeface="Calibri"/>
              </a:rPr>
              <a:t> QR</a:t>
            </a:r>
            <a:endParaRPr/>
          </a:p>
        </p:txBody>
      </p:sp>
      <p:sp>
        <p:nvSpPr>
          <p:cNvPr id="1167" name="Google Shape;1167;p5"/>
          <p:cNvSpPr/>
          <p:nvPr/>
        </p:nvSpPr>
        <p:spPr>
          <a:xfrm>
            <a:off x="4946426" y="4459573"/>
            <a:ext cx="955500" cy="5913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Manage</a:t>
            </a:r>
            <a:r>
              <a:rPr lang="en-US" sz="1000" b="0" i="0" u="none" strike="noStrike" cap="none">
                <a:solidFill>
                  <a:srgbClr val="FFFFFF"/>
                </a:solidFill>
                <a:latin typeface="Calibri"/>
                <a:ea typeface="Calibri"/>
                <a:cs typeface="Calibri"/>
                <a:sym typeface="Calibri"/>
              </a:rPr>
              <a:t> </a:t>
            </a:r>
            <a:r>
              <a:rPr lang="en-US" sz="1050" b="0" i="0" u="none" strike="noStrike" cap="none">
                <a:solidFill>
                  <a:srgbClr val="FFFFFF"/>
                </a:solidFill>
                <a:latin typeface="Calibri"/>
                <a:ea typeface="Calibri"/>
                <a:cs typeface="Calibri"/>
                <a:sym typeface="Calibri"/>
              </a:rPr>
              <a:t>System</a:t>
            </a:r>
            <a:endParaRPr/>
          </a:p>
        </p:txBody>
      </p:sp>
      <p:sp>
        <p:nvSpPr>
          <p:cNvPr id="1168" name="Google Shape;1168;p5"/>
          <p:cNvSpPr/>
          <p:nvPr/>
        </p:nvSpPr>
        <p:spPr>
          <a:xfrm>
            <a:off x="4946426" y="5213849"/>
            <a:ext cx="955500" cy="5913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Generate </a:t>
            </a:r>
            <a:r>
              <a:rPr lang="en-US" sz="1050" b="0" i="0" u="none" strike="noStrike" cap="none">
                <a:solidFill>
                  <a:srgbClr val="FFFFFF"/>
                </a:solidFill>
                <a:latin typeface="Calibri"/>
                <a:ea typeface="Calibri"/>
                <a:cs typeface="Calibri"/>
                <a:sym typeface="Calibri"/>
              </a:rPr>
              <a:t>Report</a:t>
            </a:r>
            <a:endParaRPr/>
          </a:p>
        </p:txBody>
      </p:sp>
      <p:sp>
        <p:nvSpPr>
          <p:cNvPr id="1169" name="Google Shape;1169;p5"/>
          <p:cNvSpPr/>
          <p:nvPr/>
        </p:nvSpPr>
        <p:spPr>
          <a:xfrm>
            <a:off x="4946426" y="6056897"/>
            <a:ext cx="955500" cy="5913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Send</a:t>
            </a:r>
            <a:r>
              <a:rPr lang="en-US" sz="1000" b="0" i="0" u="none" strike="noStrike" cap="none">
                <a:solidFill>
                  <a:srgbClr val="FFFFFF"/>
                </a:solidFill>
                <a:latin typeface="Calibri"/>
                <a:ea typeface="Calibri"/>
                <a:cs typeface="Calibri"/>
                <a:sym typeface="Calibri"/>
              </a:rPr>
              <a:t> QR </a:t>
            </a:r>
            <a:r>
              <a:rPr lang="en-US" sz="1050" b="0" i="0" u="none" strike="noStrike" cap="none">
                <a:solidFill>
                  <a:srgbClr val="FFFFFF"/>
                </a:solidFill>
                <a:latin typeface="Calibri"/>
                <a:ea typeface="Calibri"/>
                <a:cs typeface="Calibri"/>
                <a:sym typeface="Calibri"/>
              </a:rPr>
              <a:t>Code</a:t>
            </a:r>
            <a:endParaRPr/>
          </a:p>
        </p:txBody>
      </p:sp>
      <p:pic>
        <p:nvPicPr>
          <p:cNvPr id="1170" name="Google Shape;1170;p5" descr="Man outline"/>
          <p:cNvPicPr preferRelativeResize="0"/>
          <p:nvPr/>
        </p:nvPicPr>
        <p:blipFill rotWithShape="1">
          <a:blip r:embed="rId2">
            <a:alphaModFix/>
          </a:blip>
          <a:srcRect/>
          <a:stretch/>
        </p:blipFill>
        <p:spPr>
          <a:xfrm>
            <a:off x="1852240" y="4987688"/>
            <a:ext cx="914400" cy="914400"/>
          </a:xfrm>
          <a:prstGeom prst="rect">
            <a:avLst/>
          </a:prstGeom>
          <a:noFill/>
          <a:ln>
            <a:noFill/>
          </a:ln>
        </p:spPr>
      </p:pic>
      <p:cxnSp>
        <p:nvCxnSpPr>
          <p:cNvPr id="1171" name="Google Shape;1171;p5"/>
          <p:cNvCxnSpPr>
            <a:endCxn id="1163" idx="2"/>
          </p:cNvCxnSpPr>
          <p:nvPr/>
        </p:nvCxnSpPr>
        <p:spPr>
          <a:xfrm rot="10800000" flipH="1">
            <a:off x="2639104" y="1154633"/>
            <a:ext cx="2224200" cy="1273200"/>
          </a:xfrm>
          <a:prstGeom prst="straightConnector1">
            <a:avLst/>
          </a:prstGeom>
          <a:noFill/>
          <a:ln w="9525" cap="flat" cmpd="sng">
            <a:solidFill>
              <a:schemeClr val="accent1"/>
            </a:solidFill>
            <a:prstDash val="solid"/>
            <a:miter lim="800000"/>
            <a:headEnd type="none" w="sm" len="sm"/>
            <a:tailEnd type="none" w="sm" len="sm"/>
          </a:ln>
        </p:spPr>
      </p:cxnSp>
      <p:cxnSp>
        <p:nvCxnSpPr>
          <p:cNvPr id="1172" name="Google Shape;1172;p5"/>
          <p:cNvCxnSpPr>
            <a:endCxn id="1164" idx="2"/>
          </p:cNvCxnSpPr>
          <p:nvPr/>
        </p:nvCxnSpPr>
        <p:spPr>
          <a:xfrm rot="10800000" flipH="1">
            <a:off x="2639104" y="2034130"/>
            <a:ext cx="2224200" cy="393600"/>
          </a:xfrm>
          <a:prstGeom prst="straightConnector1">
            <a:avLst/>
          </a:prstGeom>
          <a:noFill/>
          <a:ln w="9525" cap="flat" cmpd="sng">
            <a:solidFill>
              <a:schemeClr val="accent1"/>
            </a:solidFill>
            <a:prstDash val="solid"/>
            <a:miter lim="800000"/>
            <a:headEnd type="none" w="sm" len="sm"/>
            <a:tailEnd type="none" w="sm" len="sm"/>
          </a:ln>
        </p:spPr>
      </p:cxnSp>
      <p:cxnSp>
        <p:nvCxnSpPr>
          <p:cNvPr id="1173" name="Google Shape;1173;p5"/>
          <p:cNvCxnSpPr>
            <a:endCxn id="1165" idx="2"/>
          </p:cNvCxnSpPr>
          <p:nvPr/>
        </p:nvCxnSpPr>
        <p:spPr>
          <a:xfrm>
            <a:off x="2639104" y="2427693"/>
            <a:ext cx="2224200" cy="458100"/>
          </a:xfrm>
          <a:prstGeom prst="straightConnector1">
            <a:avLst/>
          </a:prstGeom>
          <a:noFill/>
          <a:ln w="9525" cap="flat" cmpd="sng">
            <a:solidFill>
              <a:schemeClr val="accent1"/>
            </a:solidFill>
            <a:prstDash val="solid"/>
            <a:miter lim="800000"/>
            <a:headEnd type="none" w="sm" len="sm"/>
            <a:tailEnd type="none" w="sm" len="sm"/>
          </a:ln>
        </p:spPr>
      </p:cxnSp>
      <p:cxnSp>
        <p:nvCxnSpPr>
          <p:cNvPr id="1174" name="Google Shape;1174;p5"/>
          <p:cNvCxnSpPr>
            <a:endCxn id="1166" idx="2"/>
          </p:cNvCxnSpPr>
          <p:nvPr/>
        </p:nvCxnSpPr>
        <p:spPr>
          <a:xfrm>
            <a:off x="2639104" y="2427643"/>
            <a:ext cx="2224200" cy="1260300"/>
          </a:xfrm>
          <a:prstGeom prst="straightConnector1">
            <a:avLst/>
          </a:prstGeom>
          <a:noFill/>
          <a:ln w="9525" cap="flat" cmpd="sng">
            <a:solidFill>
              <a:schemeClr val="accent1"/>
            </a:solidFill>
            <a:prstDash val="solid"/>
            <a:miter lim="800000"/>
            <a:headEnd type="none" w="sm" len="sm"/>
            <a:tailEnd type="none" w="sm" len="sm"/>
          </a:ln>
        </p:spPr>
      </p:cxnSp>
      <p:cxnSp>
        <p:nvCxnSpPr>
          <p:cNvPr id="1175" name="Google Shape;1175;p5"/>
          <p:cNvCxnSpPr>
            <a:endCxn id="1168" idx="2"/>
          </p:cNvCxnSpPr>
          <p:nvPr/>
        </p:nvCxnSpPr>
        <p:spPr>
          <a:xfrm>
            <a:off x="2639126" y="5418599"/>
            <a:ext cx="2307300" cy="90900"/>
          </a:xfrm>
          <a:prstGeom prst="straightConnector1">
            <a:avLst/>
          </a:prstGeom>
          <a:noFill/>
          <a:ln w="9525" cap="flat" cmpd="sng">
            <a:solidFill>
              <a:schemeClr val="accent1"/>
            </a:solidFill>
            <a:prstDash val="solid"/>
            <a:miter lim="800000"/>
            <a:headEnd type="none" w="sm" len="sm"/>
            <a:tailEnd type="none" w="sm" len="sm"/>
          </a:ln>
        </p:spPr>
      </p:cxnSp>
      <p:cxnSp>
        <p:nvCxnSpPr>
          <p:cNvPr id="1176" name="Google Shape;1176;p5"/>
          <p:cNvCxnSpPr>
            <a:endCxn id="1167" idx="2"/>
          </p:cNvCxnSpPr>
          <p:nvPr/>
        </p:nvCxnSpPr>
        <p:spPr>
          <a:xfrm rot="10800000" flipH="1">
            <a:off x="2639126" y="4755223"/>
            <a:ext cx="2307300" cy="663300"/>
          </a:xfrm>
          <a:prstGeom prst="straightConnector1">
            <a:avLst/>
          </a:prstGeom>
          <a:noFill/>
          <a:ln w="9525" cap="flat" cmpd="sng">
            <a:solidFill>
              <a:schemeClr val="accent1"/>
            </a:solidFill>
            <a:prstDash val="solid"/>
            <a:miter lim="800000"/>
            <a:headEnd type="none" w="sm" len="sm"/>
            <a:tailEnd type="none" w="sm" len="sm"/>
          </a:ln>
        </p:spPr>
      </p:cxnSp>
      <p:cxnSp>
        <p:nvCxnSpPr>
          <p:cNvPr id="1177" name="Google Shape;1177;p5"/>
          <p:cNvCxnSpPr>
            <a:endCxn id="1169" idx="2"/>
          </p:cNvCxnSpPr>
          <p:nvPr/>
        </p:nvCxnSpPr>
        <p:spPr>
          <a:xfrm>
            <a:off x="2639126" y="5433947"/>
            <a:ext cx="2307300" cy="918600"/>
          </a:xfrm>
          <a:prstGeom prst="straightConnector1">
            <a:avLst/>
          </a:prstGeom>
          <a:noFill/>
          <a:ln w="9525" cap="flat" cmpd="sng">
            <a:solidFill>
              <a:schemeClr val="accent1"/>
            </a:solidFill>
            <a:prstDash val="solid"/>
            <a:miter lim="800000"/>
            <a:headEnd type="none" w="sm" len="sm"/>
            <a:tailEnd type="none" w="sm" len="sm"/>
          </a:ln>
        </p:spPr>
      </p:cxnSp>
      <p:sp>
        <p:nvSpPr>
          <p:cNvPr id="1178" name="Google Shape;1178;p5"/>
          <p:cNvSpPr/>
          <p:nvPr/>
        </p:nvSpPr>
        <p:spPr>
          <a:xfrm>
            <a:off x="8299294" y="2189776"/>
            <a:ext cx="955500" cy="591300"/>
          </a:xfrm>
          <a:prstGeom prst="flowChartConnector">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Sign UP</a:t>
            </a:r>
            <a:endParaRPr/>
          </a:p>
        </p:txBody>
      </p:sp>
      <p:cxnSp>
        <p:nvCxnSpPr>
          <p:cNvPr id="1179" name="Google Shape;1179;p5"/>
          <p:cNvCxnSpPr>
            <a:stCxn id="1163" idx="6"/>
            <a:endCxn id="1178" idx="0"/>
          </p:cNvCxnSpPr>
          <p:nvPr/>
        </p:nvCxnSpPr>
        <p:spPr>
          <a:xfrm>
            <a:off x="5818804" y="1154633"/>
            <a:ext cx="2958300" cy="1035000"/>
          </a:xfrm>
          <a:prstGeom prst="bentConnector2">
            <a:avLst/>
          </a:prstGeom>
          <a:noFill/>
          <a:ln w="9525" cap="flat" cmpd="sng">
            <a:solidFill>
              <a:schemeClr val="dk1"/>
            </a:solidFill>
            <a:prstDash val="dash"/>
            <a:round/>
            <a:headEnd type="none" w="sm" len="sm"/>
            <a:tailEnd type="none" w="sm" len="sm"/>
          </a:ln>
        </p:spPr>
      </p:cxnSp>
      <p:sp>
        <p:nvSpPr>
          <p:cNvPr id="1180" name="Google Shape;1180;p5"/>
          <p:cNvSpPr txBox="1"/>
          <p:nvPr/>
        </p:nvSpPr>
        <p:spPr>
          <a:xfrm>
            <a:off x="6584121" y="813330"/>
            <a:ext cx="11727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Arial"/>
              <a:buNone/>
            </a:pPr>
            <a:r>
              <a:rPr lang="en-US" sz="1200" b="1" i="0" u="none" strike="noStrike" cap="none" dirty="0">
                <a:solidFill>
                  <a:srgbClr val="1E4E79"/>
                </a:solidFill>
                <a:latin typeface="Arial"/>
                <a:ea typeface="Arial"/>
                <a:cs typeface="Arial"/>
                <a:sym typeface="Arial"/>
              </a:rPr>
              <a:t>&lt;&lt;include&gt;&gt;</a:t>
            </a:r>
            <a:endParaRPr sz="1200" b="1" i="0" u="none" strike="noStrike" cap="none" dirty="0">
              <a:solidFill>
                <a:srgbClr val="282828"/>
              </a:solidFill>
              <a:latin typeface="Arial"/>
              <a:ea typeface="Arial"/>
              <a:cs typeface="Arial"/>
              <a:sym typeface="Arial"/>
            </a:endParaRPr>
          </a:p>
        </p:txBody>
      </p:sp>
      <p:cxnSp>
        <p:nvCxnSpPr>
          <p:cNvPr id="1181" name="Google Shape;1181;p5"/>
          <p:cNvCxnSpPr/>
          <p:nvPr/>
        </p:nvCxnSpPr>
        <p:spPr>
          <a:xfrm>
            <a:off x="427863" y="588806"/>
            <a:ext cx="11764200" cy="0"/>
          </a:xfrm>
          <a:prstGeom prst="straightConnector1">
            <a:avLst/>
          </a:prstGeom>
          <a:noFill/>
          <a:ln w="9525" cap="flat" cmpd="sng">
            <a:solidFill>
              <a:schemeClr val="accent1"/>
            </a:solidFill>
            <a:prstDash val="solid"/>
            <a:miter lim="800000"/>
            <a:headEnd type="none" w="sm" len="sm"/>
            <a:tailEnd type="none" w="sm" len="sm"/>
          </a:ln>
        </p:spPr>
      </p:cxnSp>
      <p:sp>
        <p:nvSpPr>
          <p:cNvPr id="1182" name="Google Shape;1182;p5"/>
          <p:cNvSpPr txBox="1"/>
          <p:nvPr/>
        </p:nvSpPr>
        <p:spPr>
          <a:xfrm>
            <a:off x="1698444" y="2986195"/>
            <a:ext cx="11727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Arial"/>
              <a:buNone/>
            </a:pPr>
            <a:r>
              <a:rPr lang="en-US" sz="1200" b="1" i="0" u="none" strike="noStrike" cap="none">
                <a:solidFill>
                  <a:srgbClr val="1E4E79"/>
                </a:solidFill>
                <a:latin typeface="Arial"/>
                <a:ea typeface="Arial"/>
                <a:cs typeface="Arial"/>
                <a:sym typeface="Arial"/>
              </a:rPr>
              <a:t>USER</a:t>
            </a:r>
            <a:endParaRPr sz="1200" b="1" i="0" u="none" strike="noStrike" cap="none">
              <a:solidFill>
                <a:srgbClr val="282828"/>
              </a:solidFill>
              <a:latin typeface="Arial"/>
              <a:ea typeface="Arial"/>
              <a:cs typeface="Arial"/>
              <a:sym typeface="Arial"/>
            </a:endParaRPr>
          </a:p>
        </p:txBody>
      </p:sp>
      <p:sp>
        <p:nvSpPr>
          <p:cNvPr id="1183" name="Google Shape;1183;p5"/>
          <p:cNvSpPr txBox="1"/>
          <p:nvPr/>
        </p:nvSpPr>
        <p:spPr>
          <a:xfrm>
            <a:off x="1753225" y="6020851"/>
            <a:ext cx="11727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200"/>
              <a:buFont typeface="Arial"/>
              <a:buNone/>
            </a:pPr>
            <a:r>
              <a:rPr lang="en-US" sz="1200" b="1" i="0" u="none" strike="noStrike" cap="none">
                <a:solidFill>
                  <a:srgbClr val="1E4E79"/>
                </a:solidFill>
                <a:latin typeface="Arial"/>
                <a:ea typeface="Arial"/>
                <a:cs typeface="Arial"/>
                <a:sym typeface="Arial"/>
              </a:rPr>
              <a:t>ADMIN</a:t>
            </a:r>
            <a:endParaRPr sz="1200" b="1" i="0" u="none" strike="noStrike" cap="none">
              <a:solidFill>
                <a:srgbClr val="282828"/>
              </a:solidFill>
              <a:latin typeface="Arial"/>
              <a:ea typeface="Arial"/>
              <a:cs typeface="Arial"/>
              <a:sym typeface="Arial"/>
            </a:endParaRPr>
          </a:p>
        </p:txBody>
      </p:sp>
      <p:pic>
        <p:nvPicPr>
          <p:cNvPr id="1184" name="Google Shape;1184;p5" descr="Man outline"/>
          <p:cNvPicPr preferRelativeResize="0"/>
          <p:nvPr/>
        </p:nvPicPr>
        <p:blipFill rotWithShape="1">
          <a:blip r:embed="rId2">
            <a:alphaModFix/>
          </a:blip>
          <a:srcRect/>
          <a:stretch/>
        </p:blipFill>
        <p:spPr>
          <a:xfrm>
            <a:off x="1827531" y="2003906"/>
            <a:ext cx="914400" cy="914400"/>
          </a:xfrm>
          <a:prstGeom prst="rect">
            <a:avLst/>
          </a:prstGeom>
          <a:noFill/>
          <a:ln>
            <a:noFill/>
          </a:ln>
        </p:spPr>
      </p:pic>
      <p:sp>
        <p:nvSpPr>
          <p:cNvPr id="1185" name="Google Shape;1185;p5"/>
          <p:cNvSpPr/>
          <p:nvPr/>
        </p:nvSpPr>
        <p:spPr>
          <a:xfrm>
            <a:off x="3090583" y="749144"/>
            <a:ext cx="6597900" cy="5999100"/>
          </a:xfrm>
          <a:prstGeom prst="rect">
            <a:avLst/>
          </a:prstGeom>
          <a:noFill/>
          <a:ln w="28575"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1186" name="Google Shape;1186;p5"/>
          <p:cNvCxnSpPr/>
          <p:nvPr/>
        </p:nvCxnSpPr>
        <p:spPr>
          <a:xfrm>
            <a:off x="8728710" y="2139315"/>
            <a:ext cx="48300" cy="44100"/>
          </a:xfrm>
          <a:prstGeom prst="straightConnector1">
            <a:avLst/>
          </a:prstGeom>
          <a:noFill/>
          <a:ln w="9525" cap="flat" cmpd="sng">
            <a:solidFill>
              <a:schemeClr val="accent1"/>
            </a:solidFill>
            <a:prstDash val="solid"/>
            <a:miter lim="800000"/>
            <a:headEnd type="none" w="sm" len="sm"/>
            <a:tailEnd type="none" w="sm" len="sm"/>
          </a:ln>
        </p:spPr>
      </p:cxnSp>
      <p:cxnSp>
        <p:nvCxnSpPr>
          <p:cNvPr id="1187" name="Google Shape;1187;p5"/>
          <p:cNvCxnSpPr>
            <a:endCxn id="1178" idx="0"/>
          </p:cNvCxnSpPr>
          <p:nvPr/>
        </p:nvCxnSpPr>
        <p:spPr>
          <a:xfrm flipH="1">
            <a:off x="8777044" y="2139376"/>
            <a:ext cx="46800" cy="5040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8"/>
        <p:cNvGrpSpPr/>
        <p:nvPr/>
      </p:nvGrpSpPr>
      <p:grpSpPr>
        <a:xfrm>
          <a:off x="0" y="0"/>
          <a:ext cx="0" cy="0"/>
          <a:chOff x="0" y="0"/>
          <a:chExt cx="0" cy="0"/>
        </a:xfrm>
      </p:grpSpPr>
      <p:cxnSp>
        <p:nvCxnSpPr>
          <p:cNvPr id="1189" name="Google Shape;1189;p6"/>
          <p:cNvCxnSpPr/>
          <p:nvPr/>
        </p:nvCxnSpPr>
        <p:spPr>
          <a:xfrm>
            <a:off x="3750672" y="5866187"/>
            <a:ext cx="0" cy="590100"/>
          </a:xfrm>
          <a:prstGeom prst="straightConnector1">
            <a:avLst/>
          </a:prstGeom>
          <a:noFill/>
          <a:ln w="9525" cap="flat" cmpd="sng">
            <a:solidFill>
              <a:schemeClr val="dk1"/>
            </a:solidFill>
            <a:prstDash val="dash"/>
            <a:round/>
            <a:headEnd type="none" w="sm" len="sm"/>
            <a:tailEnd type="none" w="sm" len="sm"/>
          </a:ln>
        </p:spPr>
      </p:cxnSp>
      <p:cxnSp>
        <p:nvCxnSpPr>
          <p:cNvPr id="1190" name="Google Shape;1190;p6"/>
          <p:cNvCxnSpPr/>
          <p:nvPr/>
        </p:nvCxnSpPr>
        <p:spPr>
          <a:xfrm>
            <a:off x="302067" y="6883400"/>
            <a:ext cx="11916600" cy="0"/>
          </a:xfrm>
          <a:prstGeom prst="straightConnector1">
            <a:avLst/>
          </a:prstGeom>
          <a:noFill/>
          <a:ln w="9525" cap="flat" cmpd="sng">
            <a:solidFill>
              <a:schemeClr val="accent1"/>
            </a:solidFill>
            <a:prstDash val="solid"/>
            <a:miter lim="800000"/>
            <a:headEnd type="none" w="sm" len="sm"/>
            <a:tailEnd type="none" w="sm" len="sm"/>
          </a:ln>
        </p:spPr>
      </p:cxnSp>
      <p:sp>
        <p:nvSpPr>
          <p:cNvPr id="1191" name="Google Shape;1191;p6"/>
          <p:cNvSpPr txBox="1">
            <a:spLocks noGrp="1"/>
          </p:cNvSpPr>
          <p:nvPr>
            <p:ph type="title"/>
          </p:nvPr>
        </p:nvSpPr>
        <p:spPr>
          <a:xfrm>
            <a:off x="4843547" y="106489"/>
            <a:ext cx="10520400" cy="417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2133"/>
              <a:buFont typeface="Calibri"/>
              <a:buNone/>
            </a:pPr>
            <a:r>
              <a:rPr lang="en-US" sz="2133" b="1" dirty="0" smtClean="0">
                <a:latin typeface="Calibri"/>
                <a:ea typeface="Calibri"/>
                <a:cs typeface="Calibri"/>
                <a:sym typeface="Calibri"/>
              </a:rPr>
              <a:t>Sequence </a:t>
            </a:r>
            <a:r>
              <a:rPr lang="en-US" sz="2133" b="1" dirty="0"/>
              <a:t>UML</a:t>
            </a:r>
            <a:endParaRPr sz="2133" b="1" dirty="0">
              <a:latin typeface="Calibri"/>
              <a:ea typeface="Calibri"/>
              <a:cs typeface="Calibri"/>
              <a:sym typeface="Calibri"/>
            </a:endParaRPr>
          </a:p>
        </p:txBody>
      </p:sp>
      <p:sp>
        <p:nvSpPr>
          <p:cNvPr id="1192" name="Google Shape;1192;p6"/>
          <p:cNvSpPr/>
          <p:nvPr/>
        </p:nvSpPr>
        <p:spPr>
          <a:xfrm rot="5400000" flipH="1">
            <a:off x="-3077337" y="3352801"/>
            <a:ext cx="6858000" cy="152400"/>
          </a:xfrm>
          <a:prstGeom prst="rect">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933"/>
              <a:buFont typeface="Calibri"/>
              <a:buNone/>
            </a:pPr>
            <a:endParaRPr sz="933" b="0" i="0" u="none" strike="noStrike" cap="none">
              <a:solidFill>
                <a:srgbClr val="FFFFFF"/>
              </a:solidFill>
              <a:latin typeface="Arial"/>
              <a:ea typeface="Arial"/>
              <a:cs typeface="Arial"/>
              <a:sym typeface="Arial"/>
            </a:endParaRPr>
          </a:p>
        </p:txBody>
      </p:sp>
      <p:sp>
        <p:nvSpPr>
          <p:cNvPr id="1193" name="Google Shape;1193;p6"/>
          <p:cNvSpPr txBox="1"/>
          <p:nvPr/>
        </p:nvSpPr>
        <p:spPr>
          <a:xfrm>
            <a:off x="5321257" y="231963"/>
            <a:ext cx="184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Calibri"/>
              <a:ea typeface="Calibri"/>
              <a:cs typeface="Calibri"/>
              <a:sym typeface="Calibri"/>
            </a:endParaRPr>
          </a:p>
        </p:txBody>
      </p:sp>
      <p:cxnSp>
        <p:nvCxnSpPr>
          <p:cNvPr id="1194" name="Google Shape;1194;p6"/>
          <p:cNvCxnSpPr/>
          <p:nvPr/>
        </p:nvCxnSpPr>
        <p:spPr>
          <a:xfrm>
            <a:off x="302067" y="-6075"/>
            <a:ext cx="11856600" cy="0"/>
          </a:xfrm>
          <a:prstGeom prst="straightConnector1">
            <a:avLst/>
          </a:prstGeom>
          <a:noFill/>
          <a:ln w="9525" cap="flat" cmpd="sng">
            <a:solidFill>
              <a:schemeClr val="accent1"/>
            </a:solidFill>
            <a:prstDash val="solid"/>
            <a:miter lim="800000"/>
            <a:headEnd type="none" w="sm" len="sm"/>
            <a:tailEnd type="none" w="sm" len="sm"/>
          </a:ln>
        </p:spPr>
      </p:cxnSp>
      <p:cxnSp>
        <p:nvCxnSpPr>
          <p:cNvPr id="1195" name="Google Shape;1195;p6"/>
          <p:cNvCxnSpPr/>
          <p:nvPr/>
        </p:nvCxnSpPr>
        <p:spPr>
          <a:xfrm>
            <a:off x="454467" y="693663"/>
            <a:ext cx="11764200" cy="0"/>
          </a:xfrm>
          <a:prstGeom prst="straightConnector1">
            <a:avLst/>
          </a:prstGeom>
          <a:noFill/>
          <a:ln w="9525" cap="flat" cmpd="sng">
            <a:solidFill>
              <a:schemeClr val="accent1"/>
            </a:solidFill>
            <a:prstDash val="solid"/>
            <a:miter lim="800000"/>
            <a:headEnd type="none" w="sm" len="sm"/>
            <a:tailEnd type="none" w="sm" len="sm"/>
          </a:ln>
        </p:spPr>
      </p:cxnSp>
      <p:sp>
        <p:nvSpPr>
          <p:cNvPr id="1196" name="Google Shape;1196;p6"/>
          <p:cNvSpPr/>
          <p:nvPr/>
        </p:nvSpPr>
        <p:spPr>
          <a:xfrm>
            <a:off x="2987894" y="924987"/>
            <a:ext cx="1470000" cy="600600"/>
          </a:xfrm>
          <a:prstGeom prst="flowChartAlternateProcess">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a:solidFill>
                  <a:srgbClr val="FFFFFF"/>
                </a:solidFill>
                <a:latin typeface="Calibri"/>
                <a:ea typeface="Calibri"/>
                <a:cs typeface="Calibri"/>
                <a:sym typeface="Calibri"/>
              </a:rPr>
              <a:t>USER</a:t>
            </a:r>
            <a:endParaRPr/>
          </a:p>
        </p:txBody>
      </p:sp>
      <p:sp>
        <p:nvSpPr>
          <p:cNvPr id="1197" name="Google Shape;1197;p6"/>
          <p:cNvSpPr/>
          <p:nvPr/>
        </p:nvSpPr>
        <p:spPr>
          <a:xfrm>
            <a:off x="7073482" y="911086"/>
            <a:ext cx="1470000" cy="614700"/>
          </a:xfrm>
          <a:prstGeom prst="flowChartAlternateProcess">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a:solidFill>
                  <a:srgbClr val="FFFFFF"/>
                </a:solidFill>
                <a:latin typeface="Calibri"/>
                <a:ea typeface="Calibri"/>
                <a:cs typeface="Calibri"/>
                <a:sym typeface="Calibri"/>
              </a:rPr>
              <a:t>SYSTEM</a:t>
            </a:r>
            <a:endParaRPr/>
          </a:p>
        </p:txBody>
      </p:sp>
      <p:sp>
        <p:nvSpPr>
          <p:cNvPr id="1198" name="Google Shape;1198;p6"/>
          <p:cNvSpPr/>
          <p:nvPr/>
        </p:nvSpPr>
        <p:spPr>
          <a:xfrm>
            <a:off x="3388613" y="1816210"/>
            <a:ext cx="684600" cy="242340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199" name="Google Shape;1199;p6"/>
          <p:cNvSpPr/>
          <p:nvPr/>
        </p:nvSpPr>
        <p:spPr>
          <a:xfrm>
            <a:off x="7532009" y="1776362"/>
            <a:ext cx="553200" cy="78660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200" name="Google Shape;1200;p6"/>
          <p:cNvSpPr/>
          <p:nvPr/>
        </p:nvSpPr>
        <p:spPr>
          <a:xfrm>
            <a:off x="3388613" y="4612126"/>
            <a:ext cx="684600" cy="137010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201" name="Google Shape;1201;p6"/>
          <p:cNvSpPr/>
          <p:nvPr/>
        </p:nvSpPr>
        <p:spPr>
          <a:xfrm>
            <a:off x="7466236" y="4591757"/>
            <a:ext cx="684600" cy="137010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1202" name="Google Shape;1202;p6"/>
          <p:cNvCxnSpPr>
            <a:stCxn id="1196" idx="2"/>
            <a:endCxn id="1198" idx="0"/>
          </p:cNvCxnSpPr>
          <p:nvPr/>
        </p:nvCxnSpPr>
        <p:spPr>
          <a:xfrm>
            <a:off x="3722894" y="1525587"/>
            <a:ext cx="8100" cy="290700"/>
          </a:xfrm>
          <a:prstGeom prst="straightConnector1">
            <a:avLst/>
          </a:prstGeom>
          <a:noFill/>
          <a:ln w="9525" cap="flat" cmpd="sng">
            <a:solidFill>
              <a:schemeClr val="dk1"/>
            </a:solidFill>
            <a:prstDash val="dash"/>
            <a:round/>
            <a:headEnd type="none" w="sm" len="sm"/>
            <a:tailEnd type="none" w="sm" len="sm"/>
          </a:ln>
        </p:spPr>
      </p:cxnSp>
      <p:cxnSp>
        <p:nvCxnSpPr>
          <p:cNvPr id="1203" name="Google Shape;1203;p6"/>
          <p:cNvCxnSpPr>
            <a:stCxn id="1198" idx="2"/>
            <a:endCxn id="1200" idx="0"/>
          </p:cNvCxnSpPr>
          <p:nvPr/>
        </p:nvCxnSpPr>
        <p:spPr>
          <a:xfrm>
            <a:off x="3730913" y="4239610"/>
            <a:ext cx="0" cy="372600"/>
          </a:xfrm>
          <a:prstGeom prst="straightConnector1">
            <a:avLst/>
          </a:prstGeom>
          <a:noFill/>
          <a:ln w="9525" cap="flat" cmpd="sng">
            <a:solidFill>
              <a:schemeClr val="dk1"/>
            </a:solidFill>
            <a:prstDash val="dash"/>
            <a:round/>
            <a:headEnd type="none" w="sm" len="sm"/>
            <a:tailEnd type="none" w="sm" len="sm"/>
          </a:ln>
        </p:spPr>
      </p:cxnSp>
      <p:cxnSp>
        <p:nvCxnSpPr>
          <p:cNvPr id="1204" name="Google Shape;1204;p6"/>
          <p:cNvCxnSpPr>
            <a:stCxn id="1197" idx="2"/>
            <a:endCxn id="1199" idx="0"/>
          </p:cNvCxnSpPr>
          <p:nvPr/>
        </p:nvCxnSpPr>
        <p:spPr>
          <a:xfrm>
            <a:off x="7808482" y="1525786"/>
            <a:ext cx="0" cy="250500"/>
          </a:xfrm>
          <a:prstGeom prst="straightConnector1">
            <a:avLst/>
          </a:prstGeom>
          <a:noFill/>
          <a:ln w="9525" cap="flat" cmpd="sng">
            <a:solidFill>
              <a:schemeClr val="dk1"/>
            </a:solidFill>
            <a:prstDash val="dash"/>
            <a:round/>
            <a:headEnd type="none" w="sm" len="sm"/>
            <a:tailEnd type="none" w="sm" len="sm"/>
          </a:ln>
        </p:spPr>
      </p:cxnSp>
      <p:cxnSp>
        <p:nvCxnSpPr>
          <p:cNvPr id="1205" name="Google Shape;1205;p6"/>
          <p:cNvCxnSpPr>
            <a:stCxn id="1199" idx="2"/>
            <a:endCxn id="1201" idx="0"/>
          </p:cNvCxnSpPr>
          <p:nvPr/>
        </p:nvCxnSpPr>
        <p:spPr>
          <a:xfrm>
            <a:off x="7808609" y="2562962"/>
            <a:ext cx="0" cy="2028900"/>
          </a:xfrm>
          <a:prstGeom prst="straightConnector1">
            <a:avLst/>
          </a:prstGeom>
          <a:noFill/>
          <a:ln w="9525" cap="flat" cmpd="sng">
            <a:solidFill>
              <a:schemeClr val="dk1"/>
            </a:solidFill>
            <a:prstDash val="dash"/>
            <a:round/>
            <a:headEnd type="none" w="sm" len="sm"/>
            <a:tailEnd type="none" w="sm" len="sm"/>
          </a:ln>
        </p:spPr>
      </p:cxnSp>
      <p:cxnSp>
        <p:nvCxnSpPr>
          <p:cNvPr id="1206" name="Google Shape;1206;p6"/>
          <p:cNvCxnSpPr>
            <a:stCxn id="1201" idx="2"/>
          </p:cNvCxnSpPr>
          <p:nvPr/>
        </p:nvCxnSpPr>
        <p:spPr>
          <a:xfrm>
            <a:off x="7808536" y="5961857"/>
            <a:ext cx="0" cy="479100"/>
          </a:xfrm>
          <a:prstGeom prst="straightConnector1">
            <a:avLst/>
          </a:prstGeom>
          <a:noFill/>
          <a:ln w="9525" cap="flat" cmpd="sng">
            <a:solidFill>
              <a:schemeClr val="dk1"/>
            </a:solidFill>
            <a:prstDash val="dash"/>
            <a:round/>
            <a:headEnd type="none" w="sm" len="sm"/>
            <a:tailEnd type="none" w="sm" len="sm"/>
          </a:ln>
        </p:spPr>
      </p:cxnSp>
      <p:cxnSp>
        <p:nvCxnSpPr>
          <p:cNvPr id="1207" name="Google Shape;1207;p6"/>
          <p:cNvCxnSpPr/>
          <p:nvPr/>
        </p:nvCxnSpPr>
        <p:spPr>
          <a:xfrm>
            <a:off x="4051008" y="2080482"/>
            <a:ext cx="34809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208" name="Google Shape;1208;p6"/>
          <p:cNvCxnSpPr>
            <a:stCxn id="1198" idx="3"/>
          </p:cNvCxnSpPr>
          <p:nvPr/>
        </p:nvCxnSpPr>
        <p:spPr>
          <a:xfrm>
            <a:off x="4073213" y="3027910"/>
            <a:ext cx="34587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209" name="Google Shape;1209;p6"/>
          <p:cNvCxnSpPr/>
          <p:nvPr/>
        </p:nvCxnSpPr>
        <p:spPr>
          <a:xfrm>
            <a:off x="4051008" y="4024441"/>
            <a:ext cx="34809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210" name="Google Shape;1210;p6"/>
          <p:cNvCxnSpPr/>
          <p:nvPr/>
        </p:nvCxnSpPr>
        <p:spPr>
          <a:xfrm flipH="1">
            <a:off x="4073236" y="4990516"/>
            <a:ext cx="3393000" cy="20400"/>
          </a:xfrm>
          <a:prstGeom prst="straightConnector1">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11" name="Google Shape;1211;p6"/>
          <p:cNvSpPr txBox="1"/>
          <p:nvPr/>
        </p:nvSpPr>
        <p:spPr>
          <a:xfrm>
            <a:off x="4742816" y="1793516"/>
            <a:ext cx="2003281" cy="25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050"/>
              <a:buFont typeface="Arial"/>
              <a:buNone/>
            </a:pPr>
            <a:r>
              <a:rPr lang="en-US" sz="1050" b="1" i="0" u="none" strike="noStrike" cap="none" dirty="0">
                <a:solidFill>
                  <a:srgbClr val="1E4E79"/>
                </a:solidFill>
                <a:latin typeface="Arial"/>
                <a:ea typeface="Arial"/>
                <a:cs typeface="Arial"/>
                <a:sym typeface="Arial"/>
              </a:rPr>
              <a:t>Request For Registration</a:t>
            </a:r>
            <a:endParaRPr sz="1050" b="1" i="0" u="none" strike="noStrike" cap="none" dirty="0">
              <a:solidFill>
                <a:srgbClr val="282828"/>
              </a:solidFill>
              <a:latin typeface="Arial"/>
              <a:ea typeface="Arial"/>
              <a:cs typeface="Arial"/>
              <a:sym typeface="Arial"/>
            </a:endParaRPr>
          </a:p>
        </p:txBody>
      </p:sp>
      <p:sp>
        <p:nvSpPr>
          <p:cNvPr id="1212" name="Google Shape;1212;p6"/>
          <p:cNvSpPr txBox="1"/>
          <p:nvPr/>
        </p:nvSpPr>
        <p:spPr>
          <a:xfrm>
            <a:off x="4751454" y="2766150"/>
            <a:ext cx="1558500" cy="253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050"/>
              <a:buFont typeface="Arial"/>
              <a:buNone/>
            </a:pPr>
            <a:r>
              <a:rPr lang="en-US" sz="1050" b="1" i="0" u="none" strike="noStrike" cap="none">
                <a:solidFill>
                  <a:srgbClr val="1E4E79"/>
                </a:solidFill>
                <a:latin typeface="Arial"/>
                <a:ea typeface="Arial"/>
                <a:cs typeface="Arial"/>
                <a:sym typeface="Arial"/>
              </a:rPr>
              <a:t>Log In</a:t>
            </a:r>
            <a:endParaRPr/>
          </a:p>
        </p:txBody>
      </p:sp>
      <p:sp>
        <p:nvSpPr>
          <p:cNvPr id="1213" name="Google Shape;1213;p6"/>
          <p:cNvSpPr txBox="1"/>
          <p:nvPr/>
        </p:nvSpPr>
        <p:spPr>
          <a:xfrm>
            <a:off x="8248605" y="4893296"/>
            <a:ext cx="1934805"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050"/>
              <a:buFont typeface="Arial"/>
              <a:buNone/>
            </a:pPr>
            <a:r>
              <a:rPr lang="en-US" sz="2000" dirty="0" smtClean="0">
                <a:solidFill>
                  <a:schemeClr val="accent1"/>
                </a:solidFill>
              </a:rPr>
              <a:t>Alert message</a:t>
            </a:r>
            <a:endParaRPr sz="2000" dirty="0">
              <a:solidFill>
                <a:schemeClr val="accent1"/>
              </a:solidFill>
            </a:endParaRPr>
          </a:p>
        </p:txBody>
      </p:sp>
      <p:sp>
        <p:nvSpPr>
          <p:cNvPr id="1214" name="Google Shape;1214;p6"/>
          <p:cNvSpPr txBox="1"/>
          <p:nvPr/>
        </p:nvSpPr>
        <p:spPr>
          <a:xfrm>
            <a:off x="4843930" y="4741796"/>
            <a:ext cx="1558500" cy="253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050"/>
              <a:buFont typeface="Arial"/>
              <a:buNone/>
            </a:pPr>
            <a:r>
              <a:rPr lang="en-US" sz="1050" b="1" i="0" u="none" strike="noStrike" cap="none" dirty="0" smtClean="0">
                <a:solidFill>
                  <a:srgbClr val="1E4E79"/>
                </a:solidFill>
                <a:latin typeface="Arial"/>
                <a:ea typeface="Arial"/>
                <a:cs typeface="Arial"/>
                <a:sym typeface="Arial"/>
              </a:rPr>
              <a:t>Send QR</a:t>
            </a:r>
            <a:endParaRPr dirty="0"/>
          </a:p>
        </p:txBody>
      </p:sp>
      <p:pic>
        <p:nvPicPr>
          <p:cNvPr id="1215" name="Google Shape;1215;p6" descr="Close outline"/>
          <p:cNvPicPr preferRelativeResize="0"/>
          <p:nvPr/>
        </p:nvPicPr>
        <p:blipFill rotWithShape="1">
          <a:blip r:embed="rId2">
            <a:alphaModFix/>
          </a:blip>
          <a:srcRect/>
          <a:stretch/>
        </p:blipFill>
        <p:spPr>
          <a:xfrm>
            <a:off x="3497932" y="6243878"/>
            <a:ext cx="553076" cy="553076"/>
          </a:xfrm>
          <a:prstGeom prst="rect">
            <a:avLst/>
          </a:prstGeom>
          <a:noFill/>
          <a:ln>
            <a:noFill/>
          </a:ln>
        </p:spPr>
      </p:pic>
      <p:pic>
        <p:nvPicPr>
          <p:cNvPr id="1216" name="Google Shape;1216;p6" descr="Close outline"/>
          <p:cNvPicPr preferRelativeResize="0"/>
          <p:nvPr/>
        </p:nvPicPr>
        <p:blipFill rotWithShape="1">
          <a:blip r:embed="rId2">
            <a:alphaModFix/>
          </a:blip>
          <a:srcRect/>
          <a:stretch/>
        </p:blipFill>
        <p:spPr>
          <a:xfrm>
            <a:off x="7532009" y="6235100"/>
            <a:ext cx="553076" cy="553076"/>
          </a:xfrm>
          <a:prstGeom prst="rect">
            <a:avLst/>
          </a:prstGeom>
          <a:noFill/>
          <a:ln>
            <a:noFill/>
          </a:ln>
        </p:spPr>
      </p:pic>
      <p:sp>
        <p:nvSpPr>
          <p:cNvPr id="1217" name="Google Shape;1217;p6"/>
          <p:cNvSpPr/>
          <p:nvPr/>
        </p:nvSpPr>
        <p:spPr>
          <a:xfrm>
            <a:off x="7532009" y="2703903"/>
            <a:ext cx="553200" cy="78660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218" name="Google Shape;1218;p6"/>
          <p:cNvSpPr/>
          <p:nvPr/>
        </p:nvSpPr>
        <p:spPr>
          <a:xfrm>
            <a:off x="7532010" y="3603369"/>
            <a:ext cx="553200" cy="78660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2" name="Google Shape;1197;p6"/>
          <p:cNvSpPr/>
          <p:nvPr/>
        </p:nvSpPr>
        <p:spPr>
          <a:xfrm>
            <a:off x="9633513" y="885267"/>
            <a:ext cx="1470000" cy="614700"/>
          </a:xfrm>
          <a:prstGeom prst="flowChartAlternateProcess">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dirty="0" smtClean="0">
                <a:solidFill>
                  <a:srgbClr val="FFFFFF"/>
                </a:solidFill>
                <a:latin typeface="Calibri"/>
                <a:cs typeface="Calibri"/>
                <a:sym typeface="Calibri"/>
              </a:rPr>
              <a:t>Hospital</a:t>
            </a:r>
            <a:endParaRPr dirty="0"/>
          </a:p>
        </p:txBody>
      </p:sp>
      <p:cxnSp>
        <p:nvCxnSpPr>
          <p:cNvPr id="33" name="Google Shape;1204;p6"/>
          <p:cNvCxnSpPr/>
          <p:nvPr/>
        </p:nvCxnSpPr>
        <p:spPr>
          <a:xfrm flipH="1">
            <a:off x="10376533" y="1445331"/>
            <a:ext cx="56289" cy="4958960"/>
          </a:xfrm>
          <a:prstGeom prst="straightConnector1">
            <a:avLst/>
          </a:prstGeom>
          <a:noFill/>
          <a:ln w="9525" cap="flat" cmpd="sng">
            <a:solidFill>
              <a:schemeClr val="dk1"/>
            </a:solidFill>
            <a:prstDash val="dash"/>
            <a:round/>
            <a:headEnd type="none" w="sm" len="sm"/>
            <a:tailEnd type="none" w="sm" len="sm"/>
          </a:ln>
        </p:spPr>
      </p:cxnSp>
      <p:pic>
        <p:nvPicPr>
          <p:cNvPr id="37" name="Google Shape;1216;p6" descr="Close outline"/>
          <p:cNvPicPr preferRelativeResize="0"/>
          <p:nvPr/>
        </p:nvPicPr>
        <p:blipFill rotWithShape="1">
          <a:blip r:embed="rId2">
            <a:alphaModFix/>
          </a:blip>
          <a:srcRect/>
          <a:stretch/>
        </p:blipFill>
        <p:spPr>
          <a:xfrm>
            <a:off x="10110904" y="6127753"/>
            <a:ext cx="553076" cy="553076"/>
          </a:xfrm>
          <a:prstGeom prst="rect">
            <a:avLst/>
          </a:prstGeom>
          <a:noFill/>
          <a:ln>
            <a:noFill/>
          </a:ln>
        </p:spPr>
      </p:pic>
      <p:sp>
        <p:nvSpPr>
          <p:cNvPr id="42" name="Google Shape;1201;p6"/>
          <p:cNvSpPr/>
          <p:nvPr/>
        </p:nvSpPr>
        <p:spPr>
          <a:xfrm>
            <a:off x="10129589" y="4612126"/>
            <a:ext cx="684600" cy="137010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43" name="Google Shape;1209;p6"/>
          <p:cNvCxnSpPr/>
          <p:nvPr/>
        </p:nvCxnSpPr>
        <p:spPr>
          <a:xfrm>
            <a:off x="7713524" y="5274939"/>
            <a:ext cx="2416065" cy="36852"/>
          </a:xfrm>
          <a:prstGeom prst="straightConnector1">
            <a:avLst/>
          </a:prstGeom>
          <a:noFill/>
          <a:ln w="9525" cap="flat" cmpd="sng">
            <a:solidFill>
              <a:schemeClr val="accent1"/>
            </a:solidFill>
            <a:prstDash val="solid"/>
            <a:miter lim="800000"/>
            <a:headEnd type="none" w="sm" len="sm"/>
            <a:tailEnd type="triangle" w="med" len="med"/>
          </a:ln>
        </p:spPr>
      </p:cxnSp>
      <p:sp>
        <p:nvSpPr>
          <p:cNvPr id="49" name="Google Shape;1212;p6"/>
          <p:cNvSpPr txBox="1"/>
          <p:nvPr/>
        </p:nvSpPr>
        <p:spPr>
          <a:xfrm>
            <a:off x="4806036" y="3685318"/>
            <a:ext cx="1558500"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E4E79"/>
              </a:buClr>
              <a:buSzPts val="1050"/>
              <a:buFont typeface="Arial"/>
              <a:buNone/>
            </a:pPr>
            <a:r>
              <a:rPr lang="en-US" dirty="0" smtClean="0">
                <a:solidFill>
                  <a:schemeClr val="tx2"/>
                </a:solidFill>
              </a:rPr>
              <a:t>Fill form</a:t>
            </a:r>
            <a:endParaRPr dirty="0">
              <a:solidFill>
                <a:schemeClr val="tx2"/>
              </a:solidFill>
            </a:endParaRPr>
          </a:p>
        </p:txBody>
      </p:sp>
    </p:spTree>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69;p11">
            <a:extLst>
              <a:ext uri="{FF2B5EF4-FFF2-40B4-BE49-F238E27FC236}">
                <a16:creationId xmlns:a16="http://schemas.microsoft.com/office/drawing/2014/main" id="{A1F8DFD7-F9FC-FB5C-8772-3C12B8266CF6}"/>
              </a:ext>
            </a:extLst>
          </p:cNvPr>
          <p:cNvPicPr preferRelativeResize="0"/>
          <p:nvPr/>
        </p:nvPicPr>
        <p:blipFill rotWithShape="1">
          <a:blip r:embed="rId2">
            <a:alphaModFix/>
          </a:blip>
          <a:srcRect/>
          <a:stretch/>
        </p:blipFill>
        <p:spPr>
          <a:xfrm>
            <a:off x="0" y="-35220"/>
            <a:ext cx="12192000" cy="6893219"/>
          </a:xfrm>
          <a:prstGeom prst="rect">
            <a:avLst/>
          </a:prstGeom>
          <a:noFill/>
          <a:ln>
            <a:noFill/>
          </a:ln>
        </p:spPr>
      </p:pic>
      <p:sp>
        <p:nvSpPr>
          <p:cNvPr id="2" name="Title 1">
            <a:extLst>
              <a:ext uri="{FF2B5EF4-FFF2-40B4-BE49-F238E27FC236}">
                <a16:creationId xmlns:a16="http://schemas.microsoft.com/office/drawing/2014/main" id="{AF92995D-F6D0-4A75-661F-F5B638A2D58C}"/>
              </a:ext>
            </a:extLst>
          </p:cNvPr>
          <p:cNvSpPr>
            <a:spLocks noGrp="1"/>
          </p:cNvSpPr>
          <p:nvPr>
            <p:ph type="title"/>
          </p:nvPr>
        </p:nvSpPr>
        <p:spPr>
          <a:xfrm>
            <a:off x="3691240" y="2743154"/>
            <a:ext cx="5452760" cy="1075811"/>
          </a:xfrm>
        </p:spPr>
        <p:txBody>
          <a:bodyPr>
            <a:normAutofit/>
          </a:bodyPr>
          <a:lstStyle/>
          <a:p>
            <a:r>
              <a:rPr lang="en-US" sz="5400" b="1" dirty="0">
                <a:solidFill>
                  <a:schemeClr val="tx1"/>
                </a:solidFill>
                <a:latin typeface="Times New Roman" panose="02020603050405020304" pitchFamily="18" charset="0"/>
                <a:cs typeface="Times New Roman" panose="02020603050405020304" pitchFamily="18" charset="0"/>
              </a:rPr>
              <a:t>THANK YOU</a:t>
            </a:r>
            <a:endParaRPr lang="en-I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3761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TotalTime>
  <Words>380</Words>
  <Application>Microsoft Office PowerPoint</Application>
  <PresentationFormat>Widescreen</PresentationFormat>
  <Paragraphs>159</Paragraphs>
  <Slides>12</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12</vt:i4>
      </vt:variant>
    </vt:vector>
  </HeadingPairs>
  <TitlesOfParts>
    <vt:vector size="23" baseType="lpstr">
      <vt:lpstr>ＭＳ Ｐゴシック</vt:lpstr>
      <vt:lpstr>Arial</vt:lpstr>
      <vt:lpstr>Calibri</vt:lpstr>
      <vt:lpstr>Calibri Light</vt:lpstr>
      <vt:lpstr>Cambria</vt:lpstr>
      <vt:lpstr>CiscoSansTT ExtraLight</vt:lpstr>
      <vt:lpstr>Times New Roman</vt:lpstr>
      <vt:lpstr>Trebuchet MS</vt:lpstr>
      <vt:lpstr>Wingdings 3</vt:lpstr>
      <vt:lpstr>Facet</vt:lpstr>
      <vt:lpstr>Office Theme</vt:lpstr>
      <vt:lpstr>PowerPoint Presentation</vt:lpstr>
      <vt:lpstr>CONTENT</vt:lpstr>
      <vt:lpstr>Introduction</vt:lpstr>
      <vt:lpstr>Objective</vt:lpstr>
      <vt:lpstr>Flow chart   </vt:lpstr>
      <vt:lpstr>                        ER Diagram     </vt:lpstr>
      <vt:lpstr>                                 Dataflow Diagram (DFD) –Level 0 </vt:lpstr>
      <vt:lpstr>                              Dataflow Diagram (DFD) –Level 1 </vt:lpstr>
      <vt:lpstr>Class UML</vt:lpstr>
      <vt:lpstr>               Use Case UML</vt:lpstr>
      <vt:lpstr>Sequence UML</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cp:lastModifiedBy>
  <cp:revision>14</cp:revision>
  <dcterms:modified xsi:type="dcterms:W3CDTF">2024-04-12T11:48:23Z</dcterms:modified>
</cp:coreProperties>
</file>